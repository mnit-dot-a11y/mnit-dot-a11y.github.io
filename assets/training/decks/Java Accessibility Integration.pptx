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java-axe-core/setup.html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Java Accessibility Integration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Java Accessibility Integration</a:t>
            </a:r>
          </a:p>
          <a:p>
            <a:r>
              <a:rPr lang="en-US" sz="3600"/>
              <a:t> Why Java accessibility matters</a:t>
            </a:r>
          </a:p>
          <a:p>
            <a:r>
              <a:rPr lang="en-US" sz="3600"/>
              <a:t> Accessibility metadata in Java models and DTOs</a:t>
            </a:r>
          </a:p>
          <a:p>
            <a:r>
              <a:rPr lang="en-US" sz="3600"/>
              <a:t> Accessible validation and error messaging</a:t>
            </a:r>
          </a:p>
          <a:p>
            <a:r>
              <a:rPr lang="en-US" sz="3600"/>
              <a:t> Consistent naming and localization</a:t>
            </a:r>
          </a:p>
          <a:p>
            <a:r>
              <a:rPr lang="en-US" sz="3600"/>
              <a:t> API contracts as accessibility contracts</a:t>
            </a:r>
          </a:p>
          <a:p>
            <a:r>
              <a:rPr lang="en-US" sz="3600"/>
              <a:t> Error states, ARIA support, and exception handling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Criteria Java Integration Supports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Labels (3.3.2):</a:t>
            </a:r>
            <a:r>
              <a:rPr lang="en-US" sz="2400"/>
              <a:t> Every field needs a clear, descriptive label from the service layer.</a:t>
            </a:r>
          </a:p>
          <a:p>
            <a:pPr lvl="1"/>
            <a:r>
              <a:rPr lang="en-US" sz="2400" b="1"/>
              <a:t>Error Identification (3.3.1):</a:t>
            </a:r>
            <a:r>
              <a:rPr lang="en-US" sz="2400"/>
              <a:t> Validation errors must be specific and text-based.</a:t>
            </a:r>
          </a:p>
          <a:p>
            <a:pPr lvl="1"/>
            <a:r>
              <a:rPr lang="en-US" sz="2400" b="1"/>
              <a:t>Error Suggestions (3.3.3):</a:t>
            </a:r>
            <a:r>
              <a:rPr lang="en-US" sz="2400"/>
              <a:t> Error messages should explain how to fix the problem.</a:t>
            </a:r>
          </a:p>
          <a:p>
            <a:pPr lvl="1"/>
            <a:r>
              <a:rPr lang="en-US" sz="2400" b="1"/>
              <a:t>Name, Role, Value (4.1.2):</a:t>
            </a:r>
            <a:r>
              <a:rPr lang="en-US" sz="2400"/>
              <a:t> API responses must carry the metadata the UI needs to expose these.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Java Accessibility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Accessibility Isn't Just Front-End</a:t>
            </a:r>
          </a:p>
          <a:p>
            <a:pPr lvl="1"/>
            <a:r>
              <a:rPr lang="en-US" sz="2400"/>
              <a:t>Failures often start in Java services: missing alt text, unclear validation, error states left out of responses</a:t>
            </a:r>
          </a:p>
          <a:p>
            <a:pPr lvl="1"/>
            <a:r>
              <a:rPr lang="en-US" sz="2400"/>
              <a:t>Missing accessibility metadata, no localization support, and exceptions that return generic messages</a:t>
            </a:r>
          </a:p>
          <a:p>
            <a:pPr lvl="1"/>
            <a:r>
              <a:rPr lang="en-US" sz="2400"/>
              <a:t>When developers integrate accessibility into Java, the UI receives complete, meaningful, testable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Accessibility Metadata in Models and DTOs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Every DTO Needs</a:t>
            </a:r>
          </a:p>
          <a:p>
            <a:pPr lvl="1"/>
            <a:r>
              <a:rPr lang="en-US" sz="2400"/>
              <a:t>Alt text for images and accessible names for controls</a:t>
            </a:r>
          </a:p>
          <a:p>
            <a:pPr lvl="1"/>
            <a:r>
              <a:rPr lang="en-US" sz="2400"/>
              <a:t>ARIA-related metadata, descriptive labels, error messages, and instructions</a:t>
            </a:r>
          </a:p>
          <a:p>
            <a:pPr marL="0" indent="0">
              <a:buNone/>
            </a:pPr>
            <a:r>
              <a:rPr lang="en-US" sz="2800" b="1"/>
              <a:t>Example</a:t>
            </a:r>
          </a:p>
          <a:p>
            <a:pPr lvl="1"/>
            <a:r>
              <a:rPr lang="en-US" sz="2400"/>
              <a:t>A ProductDto needs an imageAltText field alongside name and imageUrl — without it, the UI can't describe the image to screen reader users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Accessible Validation and Error Messaging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Bean Validation with Real Messages</a:t>
            </a:r>
          </a:p>
          <a:p>
            <a:pPr lvl="1"/>
            <a:r>
              <a:rPr lang="en-US" sz="2400"/>
              <a:t>Use @NotBlank(message = "...") with clear, descriptive text — “Display name is required,” not a generic message</a:t>
            </a:r>
          </a:p>
          <a:p>
            <a:pPr lvl="1"/>
            <a:r>
              <a:rPr lang="en-US" sz="2400"/>
              <a:t>Alt text fields need their own required-field validation too</a:t>
            </a:r>
          </a:p>
          <a:p>
            <a:pPr lvl="1"/>
            <a:r>
              <a:rPr lang="en-US" sz="2400"/>
              <a:t>Clear error messages help users understand what went wrong and how to fix it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Consistent Naming and Localization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Naming Conventions</a:t>
            </a:r>
          </a:p>
          <a:p>
            <a:pPr lvl="1"/>
            <a:r>
              <a:rPr lang="en-US" sz="2400"/>
              <a:t>Good: imageAltText, errorMessage, accessibleLabel, instructionsText</a:t>
            </a:r>
          </a:p>
          <a:p>
            <a:pPr lvl="1"/>
            <a:r>
              <a:rPr lang="en-US" sz="2400"/>
              <a:t>Avoid vague names like alt, msg, or label</a:t>
            </a:r>
          </a:p>
          <a:p>
            <a:pPr marL="0" indent="0">
              <a:buNone/>
            </a:pPr>
            <a:r>
              <a:rPr lang="en-US" sz="2800" b="1"/>
              <a:t>Localization</a:t>
            </a:r>
          </a:p>
          <a:p>
            <a:pPr lvl="1"/>
            <a:r>
              <a:rPr lang="en-US" sz="2400"/>
              <a:t>Use messageSource.getMessage(...) so alt text, ARIA labels, and error messages support every locale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API Contracts as Accessibility Contracts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If It's Not in the Contract, the UI Can't Invent It</a:t>
            </a:r>
          </a:p>
          <a:p>
            <a:pPr lvl="1"/>
            <a:r>
              <a:rPr lang="en-US" sz="2400"/>
              <a:t>An inaccessible DTO has just name and imageUrl</a:t>
            </a:r>
          </a:p>
          <a:p>
            <a:pPr lvl="1"/>
            <a:r>
              <a:rPr lang="en-US" sz="2400"/>
              <a:t>An accessible DTO adds imageAltText as a first-class field, not an afterthought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Error States, ARIA Support, and Exceptions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Map API Responses to ARIA</a:t>
            </a:r>
          </a:p>
          <a:p>
            <a:pPr lvl="1"/>
            <a:r>
              <a:rPr lang="en-US" sz="2400"/>
              <a:t>A ValidationError model should carry field, message, and an isInvalid flag that maps to aria-invalid</a:t>
            </a:r>
          </a:p>
          <a:p>
            <a:pPr marL="0" indent="0">
              <a:buNone/>
            </a:pPr>
            <a:r>
              <a:rPr lang="en-US" sz="2800" b="1"/>
              <a:t>Exception Handling</a:t>
            </a:r>
          </a:p>
          <a:p>
            <a:pPr lvl="1"/>
            <a:r>
              <a:rPr lang="en-US" sz="2400"/>
              <a:t>An @ExceptionHandler for validation errors should return a clear list of field-level messages, not a generic failure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Java Accessibility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Checklist</a:t>
            </a:r>
          </a:p>
          <a:p>
            <a:pPr lvl="1"/>
            <a:r>
              <a:rPr lang="en-US" sz="2400"/>
              <a:t>Does the DTO include alt text and accessible names?</a:t>
            </a:r>
          </a:p>
          <a:p>
            <a:pPr lvl="1"/>
            <a:r>
              <a:rPr lang="en-US" sz="2400"/>
              <a:t>Are error messages descriptive, with instructions included?</a:t>
            </a:r>
          </a:p>
          <a:p>
            <a:pPr lvl="1"/>
            <a:r>
              <a:rPr lang="en-US" sz="2400"/>
              <a:t>Are error states represented, localized strings used, and do exceptions return meaningful messages?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Java Accessibility Integration Review</a:t>
            </a:r>
          </a:p>
          <a:p>
            <a:r>
              <a:rPr lang="en-US" sz="3200"/>
              <a:t>Accessibility failures often start at the service layer, not the UI</a:t>
            </a:r>
          </a:p>
          <a:p>
            <a:r>
              <a:rPr lang="en-US" sz="3200"/>
              <a:t>DTOs need alt text, accessible names, and descriptive error messages as first-class fields</a:t>
            </a:r>
          </a:p>
          <a:p>
            <a:r>
              <a:rPr lang="en-US" sz="3200"/>
              <a:t>Consistent, localized naming keeps accessibility metadata easy to find and use</a:t>
            </a:r>
          </a:p>
          <a:p>
            <a:r>
              <a:rPr lang="en-US" sz="3200"/>
              <a:t>Exception handlers should return clear, field-level messages — never a generic failure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Java Accessibility Integration</a:t>
            </a:r>
          </a:p>
          <a:p>
            <a:r>
              <a:rPr lang="en-US" sz="3200"/>
              <a:t>Accessibility is not only a front-end responsibility — it starts with your service layer</a:t>
            </a:r>
          </a:p>
          <a:p>
            <a:r>
              <a:rPr lang="en-US" sz="3200"/>
              <a:t>Treat accessibility metadata as a first-class citizen in every DTO and API response</a:t>
            </a:r>
          </a:p>
          <a:p>
            <a:r>
              <a:rPr lang="en-US" sz="3200"/>
              <a:t>Exception handling is part of accessibility too — generic errors leave users stuck</a:t>
            </a:r>
          </a:p>
          <a:p>
            <a:r>
              <a:rPr lang="en-US" sz="3200"/>
              <a:t>This wraps our language-specific accessibility integration training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https://mnit-dot-a11y.github.io/java-axe-core/setup.html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