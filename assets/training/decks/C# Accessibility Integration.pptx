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  <p:sldId id="988" r:id="rId4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c-sharp-axe-core/setup.html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C# Accessibility Integration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C# Accessibility Integration</a:t>
            </a:r>
          </a:p>
          <a:p>
            <a:r>
              <a:rPr lang="en-US" sz="3600"/>
              <a:t> Why C# accessibility matters</a:t>
            </a:r>
          </a:p>
          <a:p>
            <a:r>
              <a:rPr lang="en-US" sz="3600"/>
              <a:t> Accessibility metadata in models and DTOs</a:t>
            </a:r>
          </a:p>
          <a:p>
            <a:r>
              <a:rPr lang="en-US" sz="3600"/>
              <a:t> Accessible validation and error messaging</a:t>
            </a:r>
          </a:p>
          <a:p>
            <a:r>
              <a:rPr lang="en-US" sz="3600"/>
              <a:t> Consistent naming and localization</a:t>
            </a:r>
          </a:p>
          <a:p>
            <a:r>
              <a:rPr lang="en-US" sz="3600"/>
              <a:t> API contracts as accessibility contracts</a:t>
            </a:r>
          </a:p>
          <a:p>
            <a:r>
              <a:rPr lang="en-US" sz="3600"/>
              <a:t> Error states and ARIA support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WCAG Criteria C# Integration Supports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Labels (3.3.2):</a:t>
            </a:r>
            <a:r>
              <a:rPr lang="en-US" sz="2400"/>
              <a:t> Every field needs a clear, descriptive label from the API.</a:t>
            </a:r>
          </a:p>
          <a:p>
            <a:pPr lvl="1"/>
            <a:r>
              <a:rPr lang="en-US" sz="2400" b="1"/>
              <a:t>Error Identification (3.3.1):</a:t>
            </a:r>
            <a:r>
              <a:rPr lang="en-US" sz="2400"/>
              <a:t> Validation errors must be specific and text-based.</a:t>
            </a:r>
          </a:p>
          <a:p>
            <a:pPr lvl="1"/>
            <a:r>
              <a:rPr lang="en-US" sz="2400" b="1"/>
              <a:t>Error Suggestions (3.3.3):</a:t>
            </a:r>
            <a:r>
              <a:rPr lang="en-US" sz="2400"/>
              <a:t> Error messages should explain how to fix the problem.</a:t>
            </a:r>
          </a:p>
          <a:p>
            <a:pPr lvl="1"/>
            <a:r>
              <a:rPr lang="en-US" sz="2400" b="1"/>
              <a:t>Name, Role, Value (4.1.2):</a:t>
            </a:r>
            <a:r>
              <a:rPr lang="en-US" sz="2400"/>
              <a:t> API responses must carry the metadata the UI needs to expose these.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C# Accessibility Matters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Accessibility Isn't Just Front-End</a:t>
            </a:r>
          </a:p>
          <a:p>
            <a:pPr lvl="1"/>
            <a:r>
              <a:rPr lang="en-US" sz="2400"/>
              <a:t>Failures often start in the back end: missing alt text, unclear validation, error states left out of API responses</a:t>
            </a:r>
          </a:p>
          <a:p>
            <a:pPr lvl="1"/>
            <a:r>
              <a:rPr lang="en-US" sz="2400"/>
              <a:t>Missing accessibility metadata, and no localization support</a:t>
            </a:r>
          </a:p>
          <a:p>
            <a:pPr lvl="1"/>
            <a:r>
              <a:rPr lang="en-US" sz="2400"/>
              <a:t>When developers integrate accessibility into C#, the UI receives complete, meaningful, testable data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Accessibility Metadata in Models and DTOs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What Every DTO Needs</a:t>
            </a:r>
          </a:p>
          <a:p>
            <a:pPr lvl="1"/>
            <a:r>
              <a:rPr lang="en-US" sz="2400"/>
              <a:t>Alt text for images and accessible names for controls</a:t>
            </a:r>
          </a:p>
          <a:p>
            <a:pPr lvl="1"/>
            <a:r>
              <a:rPr lang="en-US" sz="2400"/>
              <a:t>ARIA-related metadata and descriptive labels</a:t>
            </a:r>
          </a:p>
          <a:p>
            <a:pPr lvl="1"/>
            <a:r>
              <a:rPr lang="en-US" sz="2400"/>
              <a:t>Error messages and instructions</a:t>
            </a:r>
          </a:p>
          <a:p>
            <a:pPr marL="0" indent="0">
              <a:buNone/>
            </a:pPr>
            <a:r>
              <a:rPr lang="en-US" sz="2800" b="1"/>
              <a:t>Example</a:t>
            </a:r>
          </a:p>
          <a:p>
            <a:pPr lvl="1"/>
            <a:r>
              <a:rPr lang="en-US" sz="2400"/>
              <a:t>A ProductDto needs an ImageAltText field alongside Name and ImageUrl — without it, the UI can't provide a meaningful description for screen reader users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Accessible Validation and Error Messaging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Required Fields Need Real Messages</a:t>
            </a:r>
          </a:p>
          <a:p>
            <a:pPr lvl="1"/>
            <a:r>
              <a:rPr lang="en-US" sz="2400"/>
              <a:t>Use [Required(ErrorMessage = "...")] with clear, descriptive text — “Display name is required,” not a generic message</a:t>
            </a:r>
          </a:p>
          <a:p>
            <a:pPr lvl="1"/>
            <a:r>
              <a:rPr lang="en-US" sz="2400"/>
              <a:t>Alt text fields need their own required-field validation too</a:t>
            </a:r>
          </a:p>
          <a:p>
            <a:pPr lvl="1"/>
            <a:r>
              <a:rPr lang="en-US" sz="2400"/>
              <a:t>Clear error messages help users understand what went wrong and how to fix it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Consistent Naming and Localization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Naming Conventions</a:t>
            </a:r>
          </a:p>
          <a:p>
            <a:pPr lvl="1"/>
            <a:r>
              <a:rPr lang="en-US" sz="2400"/>
              <a:t>Good: ImageAltText, ErrorMessage, AccessibleLabel, InstructionsText</a:t>
            </a:r>
          </a:p>
          <a:p>
            <a:pPr lvl="1"/>
            <a:r>
              <a:rPr lang="en-US" sz="2400"/>
              <a:t>Avoid vague names like Alt, Msg, or Label</a:t>
            </a:r>
          </a:p>
          <a:p>
            <a:pPr marL="0" indent="0">
              <a:buNone/>
            </a:pPr>
            <a:r>
              <a:rPr lang="en-US" sz="2800" b="1"/>
              <a:t>Localization</a:t>
            </a:r>
          </a:p>
          <a:p>
            <a:pPr lvl="1"/>
            <a:r>
              <a:rPr lang="en-US" sz="2400"/>
              <a:t>Alt text, ARIA labels, error messages, instructions, and button labels must all support localization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API Contracts as Accessibility Contracts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If It's Not in the Contract, the UI Can't Invent It</a:t>
            </a:r>
          </a:p>
          <a:p>
            <a:pPr lvl="1"/>
            <a:r>
              <a:rPr lang="en-US" sz="2400"/>
              <a:t>An inaccessible DTO has just Name and ImageUrl</a:t>
            </a:r>
          </a:p>
          <a:p>
            <a:pPr lvl="1"/>
            <a:r>
              <a:rPr lang="en-US" sz="2400"/>
              <a:t>An accessible DTO adds ImageAltText as a first-class field, not an afterthought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Error States and ARIA Support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Map API Responses to ARIA</a:t>
            </a:r>
          </a:p>
          <a:p>
            <a:pPr lvl="1"/>
            <a:r>
              <a:rPr lang="en-US" sz="2400"/>
              <a:t>A ValidationError model should carry Field, Message, and an IsInvalid flag</a:t>
            </a:r>
          </a:p>
          <a:p>
            <a:pPr lvl="1"/>
            <a:r>
              <a:rPr lang="en-US" sz="2400"/>
              <a:t>IsInvalid maps directly to aria-invalid, and the field maps to aria-describedby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C# Accessibility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Checklist</a:t>
            </a:r>
          </a:p>
          <a:p>
            <a:pPr lvl="1"/>
            <a:r>
              <a:rPr lang="en-US" sz="2400"/>
              <a:t>Does the DTO include alt text and accessible names?</a:t>
            </a:r>
          </a:p>
          <a:p>
            <a:pPr lvl="1"/>
            <a:r>
              <a:rPr lang="en-US" sz="2400"/>
              <a:t>Are error messages descriptive, with instructions included?</a:t>
            </a:r>
          </a:p>
          <a:p>
            <a:pPr lvl="1"/>
            <a:r>
              <a:rPr lang="en-US" sz="2400"/>
              <a:t>Are error states represented, and are localized strings used?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C# Accessibility Integration Review</a:t>
            </a:r>
          </a:p>
          <a:p>
            <a:r>
              <a:rPr lang="en-US" sz="3200"/>
              <a:t>Accessibility failures often start at the data layer, not the UI</a:t>
            </a:r>
          </a:p>
          <a:p>
            <a:r>
              <a:rPr lang="en-US" sz="3200"/>
              <a:t>DTOs need alt text, accessible names, and descriptive error messages as first-class fields</a:t>
            </a:r>
          </a:p>
          <a:p>
            <a:r>
              <a:rPr lang="en-US" sz="3200"/>
              <a:t>Consistent naming makes accessibility metadata easy to find and use</a:t>
            </a:r>
          </a:p>
          <a:p>
            <a:r>
              <a:rPr lang="en-US" sz="3200"/>
              <a:t>API contracts must guarantee accessibility fields — the UI can't invent them</a:t>
            </a:r>
          </a:p>
          <a:p>
            <a:r>
              <a:rPr lang="en-US" sz="3200"/>
              <a:t>Error state fields like IsInvalid map directly to ARIA attributes on the front end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C# Accessibility Integration</a:t>
            </a:r>
          </a:p>
          <a:p>
            <a:r>
              <a:rPr lang="en-US" sz="3200"/>
              <a:t>Accessibility is not only a front-end responsibility — it starts with your API contract</a:t>
            </a:r>
          </a:p>
          <a:p>
            <a:r>
              <a:rPr lang="en-US" sz="3200"/>
              <a:t>Treat accessibility metadata as a first-class citizen in every DTO</a:t>
            </a:r>
          </a:p>
          <a:p>
            <a:r>
              <a:rPr lang="en-US" sz="3200"/>
              <a:t>Consistent, localized naming keeps accessibility maintainable across the codebase</a:t>
            </a:r>
          </a:p>
          <a:p>
            <a:r>
              <a:rPr lang="en-US" sz="3200"/>
              <a:t>Up next: Angular Accessibility Integration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https://mnit-dot-a11y.github.io/c-sharp-axe-core/setup.html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