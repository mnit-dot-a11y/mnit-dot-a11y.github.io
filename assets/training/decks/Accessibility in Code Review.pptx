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0" r:id="rId4"/>
  </p:sldMasterIdLst>
  <p:notesMasterIdLst>
    <p:notesMasterId r:id="rId27"/>
  </p:notesMasterIdLst>
  <p:handoutMasterIdLst>
    <p:handoutMasterId r:id="rId28"/>
  </p:handoutMasterIdLst>
  <p:sldIdLst>
    <p:sldId id="976" r:id="rId35"/>
    <p:sldId id="977" r:id="rId36"/>
    <p:sldId id="978" r:id="rId37"/>
    <p:sldId id="979" r:id="rId38"/>
    <p:sldId id="980" r:id="rId39"/>
    <p:sldId id="981" r:id="rId40"/>
    <p:sldId id="982" r:id="rId41"/>
    <p:sldId id="983" r:id="rId42"/>
    <p:sldId id="984" r:id="rId43"/>
    <p:sldId id="985" r:id="rId44"/>
    <p:sldId id="986" r:id="rId45"/>
    <p:sldId id="987" r:id="rId46"/>
    <p:sldId id="988" r:id="rId47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D9F56C-1504-CC33-973C-1DD436B77505}" name="Lanahan-Lahti, Kim (MNIT)" initials="KL" userId="S::Kim.Lanahan-Lahti@state.mn.us::861baa58-65ff-478c-a396-61a1b225f60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D1FF"/>
    <a:srgbClr val="D6EDFF"/>
    <a:srgbClr val="003865"/>
    <a:srgbClr val="78BE21"/>
    <a:srgbClr val="000000"/>
    <a:srgbClr val="E8E8E8"/>
    <a:srgbClr val="0D0D0D"/>
    <a:srgbClr val="B20738"/>
    <a:srgbClr val="00A3E2"/>
    <a:srgbClr val="2C2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76F9F9-FD5B-49E9-9AA6-D0F1927A2FB2}" v="51" dt="2026-01-20T18:47:25.850"/>
    <p1510:client id="{FAF11C30-A962-444A-A85A-8D711A43ADB7}" v="32" dt="2026-01-20T16:32:31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?><Relationships xmlns="http://schemas.openxmlformats.org/package/2006/relationships"><Relationship Id="rId3" Type="http://schemas.openxmlformats.org/officeDocument/2006/relationships/customXml" Target="../customXml/item3.xml"/><Relationship Id="rId34" Type="http://schemas.microsoft.com/office/2018/10/relationships/authors" Target="authors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32" Type="http://schemas.openxmlformats.org/officeDocument/2006/relationships/tableStyles" Target="tableStyles.xml"/><Relationship Id="rId28" Type="http://schemas.openxmlformats.org/officeDocument/2006/relationships/handoutMaster" Target="handoutMasters/handoutMaster1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  <Relationship Id="rId35" Type="http://schemas.openxmlformats.org/officeDocument/2006/relationships/slide" Target="slides/slide23.xml"/>
  <Relationship Id="rId36" Type="http://schemas.openxmlformats.org/officeDocument/2006/relationships/slide" Target="slides/slide24.xml"/>
  <Relationship Id="rId37" Type="http://schemas.openxmlformats.org/officeDocument/2006/relationships/slide" Target="slides/slide25.xml"/>
  <Relationship Id="rId38" Type="http://schemas.openxmlformats.org/officeDocument/2006/relationships/slide" Target="slides/slide26.xml"/>
  <Relationship Id="rId39" Type="http://schemas.openxmlformats.org/officeDocument/2006/relationships/slide" Target="slides/slide27.xml"/>
  <Relationship Id="rId40" Type="http://schemas.openxmlformats.org/officeDocument/2006/relationships/slide" Target="slides/slide28.xml"/>
  <Relationship Id="rId41" Type="http://schemas.openxmlformats.org/officeDocument/2006/relationships/slide" Target="slides/slide29.xml"/>
  <Relationship Id="rId42" Type="http://schemas.openxmlformats.org/officeDocument/2006/relationships/slide" Target="slides/slide30.xml"/>
  <Relationship Id="rId43" Type="http://schemas.openxmlformats.org/officeDocument/2006/relationships/slide" Target="slides/slide31.xml"/>
  <Relationship Id="rId44" Type="http://schemas.openxmlformats.org/officeDocument/2006/relationships/slide" Target="slides/slide32.xml"/>
  <Relationship Id="rId45" Type="http://schemas.openxmlformats.org/officeDocument/2006/relationships/slide" Target="slides/slide33.xml"/>
  <Relationship Id="rId46" Type="http://schemas.openxmlformats.org/officeDocument/2006/relationships/slide" Target="slides/slide34.xml"/>
  <Relationship Id="rId47" Type="http://schemas.openxmlformats.org/officeDocument/2006/relationships/slide" Target="slides/slide35.xml"/>
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2A04DE5-F1A9-4D45-BF54-BEFDBA739CA2}" type="datetimeFigureOut">
              <a:rPr lang="en-US" smtClean="0">
                <a:latin typeface="Calibri" panose="020F0502020204030204" pitchFamily="34" charset="0"/>
              </a:rPr>
              <a:t>6/8/2026</a:t>
            </a:fld>
            <a:endParaRPr lang="en-US">
              <a:latin typeface="Calibri" panose="020F050202020403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>
              <a:latin typeface="Calibri" panose="020F050202020403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F3886E1E-70B3-41D2-AD41-BEE4979EC759}" type="slidenum">
              <a:rPr lang="en-US" smtClean="0">
                <a:latin typeface="Calibri" panose="020F0502020204030204" pitchFamily="34" charset="0"/>
              </a:rPr>
              <a:t>‹#›</a:t>
            </a:fld>
            <a:endParaRPr lang="en-US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61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A50CD39D-89B0-4C68-805A-35C75A7C20C8}" type="datetimeFigureOut">
              <a:rPr lang="en-US" smtClean="0"/>
              <a:pPr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Calibri" panose="020F050202020403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F9F08466-AEA7-4FC0-9459-6A32F61DA2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786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Logo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" descr="Minnesota I T Services logo">
            <a:extLst>
              <a:ext uri="{FF2B5EF4-FFF2-40B4-BE49-F238E27FC236}">
                <a16:creationId xmlns:a16="http://schemas.microsoft.com/office/drawing/2014/main" id="{ED874B39-2E84-4174-8414-88F5DE5A04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10" name="Rectangle 2"/>
          <p:cNvSpPr txBox="1">
            <a:spLocks/>
          </p:cNvSpPr>
          <p:nvPr userDrawn="1"/>
        </p:nvSpPr>
        <p:spPr bwMode="black">
          <a:xfrm>
            <a:off x="0" y="4092602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2" name="Title 3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3F30D127-FAF3-4DB9-89D7-06D1B996AA45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11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Reversed Logo)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" descr="Minnesota I T Services logo">
            <a:extLst>
              <a:ext uri="{FF2B5EF4-FFF2-40B4-BE49-F238E27FC236}">
                <a16:creationId xmlns:a16="http://schemas.microsoft.com/office/drawing/2014/main" id="{4CDD2E7B-8D4A-4C15-BF1B-BFE58DC3EE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258655" y="1719200"/>
            <a:ext cx="5674690" cy="854765"/>
          </a:xfrm>
          <a:prstGeom prst="rect">
            <a:avLst/>
          </a:prstGeom>
        </p:spPr>
      </p:pic>
      <p:sp>
        <p:nvSpPr>
          <p:cNvPr id="11" name="Rectangle 2"/>
          <p:cNvSpPr txBox="1">
            <a:spLocks/>
          </p:cNvSpPr>
          <p:nvPr userDrawn="1"/>
        </p:nvSpPr>
        <p:spPr bwMode="ltGray">
          <a:xfrm>
            <a:off x="0" y="4092604"/>
            <a:ext cx="12192000" cy="1295182"/>
          </a:xfrm>
          <a:prstGeom prst="rect">
            <a:avLst/>
          </a:prstGeom>
          <a:solidFill>
            <a:schemeClr val="accent2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13" name="Title 3"/>
          <p:cNvSpPr>
            <a:spLocks noGrp="1"/>
          </p:cNvSpPr>
          <p:nvPr>
            <p:ph type="ctrTitle" hasCustomPrompt="1"/>
          </p:nvPr>
        </p:nvSpPr>
        <p:spPr bwMode="black">
          <a:xfrm>
            <a:off x="266700" y="4092602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4"/>
          <p:cNvSpPr/>
          <p:nvPr userDrawn="1"/>
        </p:nvSpPr>
        <p:spPr bwMode="white">
          <a:xfrm>
            <a:off x="0" y="5387786"/>
            <a:ext cx="12192000" cy="147021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838200" y="5644883"/>
            <a:ext cx="10515600" cy="711465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6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21D7E0C8-0A93-434D-846D-444E6CC8C5C8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8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738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(Photo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 txBox="1">
            <a:spLocks/>
          </p:cNvSpPr>
          <p:nvPr userDrawn="1"/>
        </p:nvSpPr>
        <p:spPr bwMode="black">
          <a:xfrm>
            <a:off x="0" y="3477837"/>
            <a:ext cx="12192000" cy="1295182"/>
          </a:xfrm>
          <a:prstGeom prst="rect">
            <a:avLst/>
          </a:prstGeom>
          <a:solidFill>
            <a:schemeClr val="accent1"/>
          </a:solidFill>
        </p:spPr>
        <p:txBody>
          <a:bodyPr vert="horz" wrap="square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3477837"/>
            <a:ext cx="11658600" cy="1295182"/>
          </a:xfrm>
          <a:noFill/>
        </p:spPr>
        <p:txBody>
          <a:bodyPr wrap="square" lIns="182880" tIns="91440" rIns="182880" bIns="91440"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enter the slideshow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4773019"/>
            <a:ext cx="12192000" cy="2084981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041204"/>
            <a:ext cx="10515600" cy="1097128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pic>
        <p:nvPicPr>
          <p:cNvPr id="14" name="Graphic 13" descr="Minnesota I T Services logo">
            <a:extLst>
              <a:ext uri="{FF2B5EF4-FFF2-40B4-BE49-F238E27FC236}">
                <a16:creationId xmlns:a16="http://schemas.microsoft.com/office/drawing/2014/main" id="{4C71162D-FEC5-4D0F-BB3E-876A97E3BD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806" y="5945108"/>
            <a:ext cx="3063240" cy="461409"/>
          </a:xfrm>
          <a:prstGeom prst="rect">
            <a:avLst/>
          </a:prstGeom>
        </p:spPr>
      </p:pic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5766153" y="6138332"/>
            <a:ext cx="5587647" cy="365125"/>
          </a:xfrm>
          <a:prstGeom prst="rect">
            <a:avLst/>
          </a:prstGeom>
        </p:spPr>
        <p:txBody>
          <a:bodyPr anchor="b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7"/>
          </p:nvPr>
        </p:nvSpPr>
        <p:spPr bwMode="gray">
          <a:xfrm>
            <a:off x="0" y="0"/>
            <a:ext cx="12192000" cy="338073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8824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 txBox="1">
            <a:spLocks/>
          </p:cNvSpPr>
          <p:nvPr userDrawn="1"/>
        </p:nvSpPr>
        <p:spPr bwMode="black">
          <a:xfrm>
            <a:off x="0" y="4188561"/>
            <a:ext cx="12192000" cy="119922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2" name="Title 2"/>
          <p:cNvSpPr>
            <a:spLocks noGrp="1"/>
          </p:cNvSpPr>
          <p:nvPr>
            <p:ph type="ctrTitle" hasCustomPrompt="1"/>
          </p:nvPr>
        </p:nvSpPr>
        <p:spPr bwMode="white">
          <a:xfrm>
            <a:off x="266700" y="4188564"/>
            <a:ext cx="11658600" cy="1199223"/>
          </a:xfrm>
          <a:noFill/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section title</a:t>
            </a:r>
          </a:p>
        </p:txBody>
      </p:sp>
      <p:sp>
        <p:nvSpPr>
          <p:cNvPr id="3" name="Rectangle 3"/>
          <p:cNvSpPr/>
          <p:nvPr userDrawn="1"/>
        </p:nvSpPr>
        <p:spPr bwMode="auto">
          <a:xfrm>
            <a:off x="0" y="5387786"/>
            <a:ext cx="12192000" cy="1470213"/>
          </a:xfrm>
          <a:prstGeom prst="rect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noFill/>
              </a:ln>
            </a:endParaRP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8" hasCustomPrompt="1"/>
          </p:nvPr>
        </p:nvSpPr>
        <p:spPr bwMode="black">
          <a:xfrm>
            <a:off x="838200" y="5644884"/>
            <a:ext cx="10515600" cy="711464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r>
              <a:rPr lang="en-US"/>
              <a:t> | Job Title</a:t>
            </a:r>
          </a:p>
        </p:txBody>
      </p:sp>
      <p:sp>
        <p:nvSpPr>
          <p:cNvPr id="18" name="Date Placeholder 5"/>
          <p:cNvSpPr>
            <a:spLocks noGrp="1"/>
          </p:cNvSpPr>
          <p:nvPr>
            <p:ph type="dt" sz="half" idx="15"/>
          </p:nvPr>
        </p:nvSpPr>
        <p:spPr bwMode="black"/>
        <p:txBody>
          <a:bodyPr/>
          <a:lstStyle/>
          <a:p>
            <a:fld id="{7E4C720D-0294-4A97-942A-C3696116735B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9" name="Slide Number Placeholder 7"/>
          <p:cNvSpPr>
            <a:spLocks noGrp="1"/>
          </p:cNvSpPr>
          <p:nvPr>
            <p:ph type="sldNum" sz="quarter" idx="16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Picture Placeholder 8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789113"/>
            <a:ext cx="12192000" cy="22987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pic>
        <p:nvPicPr>
          <p:cNvPr id="16" name="Graphic 9" descr="Minnesota I T Services logo">
            <a:extLst>
              <a:ext uri="{FF2B5EF4-FFF2-40B4-BE49-F238E27FC236}">
                <a16:creationId xmlns:a16="http://schemas.microsoft.com/office/drawing/2014/main" id="{975D92C7-A33A-4440-8333-32EFB26E98A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250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White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594624"/>
            <a:ext cx="10515600" cy="4582339"/>
          </a:xfrm>
          <a:noFill/>
        </p:spPr>
        <p:txBody>
          <a:bodyPr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11EC614-383C-463E-976A-1EA140CFFE37}" type="datetime1">
              <a:rPr lang="en-US" smtClean="0"/>
              <a:t>6/8/2026</a:t>
            </a:fld>
            <a:endParaRPr lang="en-US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32499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White BG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6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89B335B-FAC9-48CC-9A71-3903C6C996AC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6100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838200" y="1335281"/>
            <a:ext cx="10515600" cy="484168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3"/>
          <p:cNvSpPr>
            <a:spLocks noGrp="1"/>
          </p:cNvSpPr>
          <p:nvPr>
            <p:ph idx="1"/>
          </p:nvPr>
        </p:nvSpPr>
        <p:spPr bwMode="gray">
          <a:xfrm>
            <a:off x="838200" y="1335281"/>
            <a:ext cx="10515600" cy="4841683"/>
          </a:xfrm>
          <a:noFill/>
        </p:spPr>
        <p:txBody>
          <a:bodyPr lIns="182880" tIns="182880" rIns="182880" bIns="182880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7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735B0392-3F97-45FF-91C2-FC67BDEAF6FF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84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plit Boxed)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5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Rectangle 9"/>
          <p:cNvSpPr/>
          <p:nvPr userDrawn="1"/>
        </p:nvSpPr>
        <p:spPr>
          <a:xfrm>
            <a:off x="838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 bwMode="gray">
          <a:xfrm>
            <a:off x="838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Rectangle 11"/>
          <p:cNvSpPr/>
          <p:nvPr userDrawn="1"/>
        </p:nvSpPr>
        <p:spPr>
          <a:xfrm>
            <a:off x="6172200" y="1594624"/>
            <a:ext cx="5181600" cy="45823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4"/>
          <p:cNvSpPr>
            <a:spLocks noGrp="1"/>
          </p:cNvSpPr>
          <p:nvPr>
            <p:ph sz="half" idx="2"/>
          </p:nvPr>
        </p:nvSpPr>
        <p:spPr bwMode="gray">
          <a:xfrm>
            <a:off x="6172200" y="1594624"/>
            <a:ext cx="5181600" cy="4582339"/>
          </a:xfrm>
          <a:noFill/>
        </p:spPr>
        <p:txBody>
          <a:bodyPr lIns="182880" tIns="182880" rIns="182880"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CEC11E7-C3EF-4F60-82DB-C7FC96B0A51A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553801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  <a:noFill/>
        </p:spPr>
        <p:txBody>
          <a:bodyPr lIns="91440" tIns="45720" rIns="91440" bIns="45720"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9B47E925-5454-425B-AEF6-3D28022D531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65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0F930E-2B17-4067-849C-CD4A3FB038A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981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10515600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FD67C5-667C-46D4-A245-521F2D43F1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25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10515600" cy="478839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93112810-3144-4989-8220-A7FB3F30C444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708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White, Imag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209410F-A597-4E92-B2CD-C9412C7E933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Dark, Image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7359D20-3E20-4918-97BC-66E98BDA770A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87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Blue, Image)">
    <p:bg bwMode="black">
      <p:bgPr>
        <a:gradFill>
          <a:gsLst>
            <a:gs pos="100000">
              <a:schemeClr val="tx1">
                <a:lumMod val="80000"/>
              </a:schemeClr>
            </a:gs>
            <a:gs pos="63000">
              <a:schemeClr val="tx1"/>
            </a:gs>
            <a:gs pos="86000">
              <a:schemeClr val="tx1">
                <a:lumMod val="9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sz="quarter" idx="10"/>
          </p:nvPr>
        </p:nvSpPr>
        <p:spPr bwMode="white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13"/>
          </p:nvPr>
        </p:nvSpPr>
        <p:spPr bwMode="lt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66D4DB-3078-4BFD-9BAD-7F66FD5BBCE6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5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Solid Light Gray, Image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0"/>
          </p:nvPr>
        </p:nvSpPr>
        <p:spPr bwMode="gray">
          <a:xfrm>
            <a:off x="838200" y="1366345"/>
            <a:ext cx="6234953" cy="4788393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2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2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2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sz="quarter" idx="13"/>
          </p:nvPr>
        </p:nvSpPr>
        <p:spPr bwMode="gray">
          <a:xfrm>
            <a:off x="7653566" y="1364826"/>
            <a:ext cx="4538434" cy="4538434"/>
          </a:xfrm>
        </p:spPr>
        <p:txBody>
          <a:bodyPr/>
          <a:lstStyle>
            <a:lvl1pPr>
              <a:buClr>
                <a:schemeClr val="tx1"/>
              </a:buCl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7A8F29A8-5584-4B59-A0CC-6525BC959FED}" type="datetime1">
              <a:rPr lang="en-US" smtClean="0"/>
              <a:t>6/8/2026</a:t>
            </a:fld>
            <a:endParaRPr lang="en-US"/>
          </a:p>
        </p:txBody>
      </p:sp>
      <p:sp>
        <p:nvSpPr>
          <p:cNvPr id="11" name="Footer Placeholder 5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0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Vertic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2139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378C81C-38CA-4D22-9B63-324111B4934E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3645813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E4B3DD3E-4071-4513-9DAD-DBBE02E05F5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6484428" y="1981899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33272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20" name="Picture Placeholder 3">
            <a:extLst>
              <a:ext uri="{FF2B5EF4-FFF2-40B4-BE49-F238E27FC236}">
                <a16:creationId xmlns:a16="http://schemas.microsoft.com/office/drawing/2014/main" id="{03E6E0CE-BDC5-4A27-A3F6-F46D21F7DFC1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 bwMode="gray">
          <a:xfrm>
            <a:off x="9323043" y="2002884"/>
            <a:ext cx="2093976" cy="20939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2CC3D764-7A29-4235-9020-719E3C102FA2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85668392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3 Up Vertic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3">
            <a:extLst>
              <a:ext uri="{FF2B5EF4-FFF2-40B4-BE49-F238E27FC236}">
                <a16:creationId xmlns:a16="http://schemas.microsoft.com/office/drawing/2014/main" id="{255F61E2-2EE6-4C2E-9E57-37997A4DF66F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157917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6922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5" name="Picture Placeholder 3">
            <a:extLst>
              <a:ext uri="{FF2B5EF4-FFF2-40B4-BE49-F238E27FC236}">
                <a16:creationId xmlns:a16="http://schemas.microsoft.com/office/drawing/2014/main" id="{49921214-0833-4B73-BEEC-FC86E7FF789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482218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18" name="Picture Placeholder 3">
            <a:extLst>
              <a:ext uri="{FF2B5EF4-FFF2-40B4-BE49-F238E27FC236}">
                <a16:creationId xmlns:a16="http://schemas.microsoft.com/office/drawing/2014/main" id="{F5B35329-7A36-4EF4-A793-2D020420E2A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 bwMode="gray">
          <a:xfrm>
            <a:off x="8065195" y="1959680"/>
            <a:ext cx="2322576" cy="2322576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55245" y="4564988"/>
            <a:ext cx="2542477" cy="723900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Job Title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2B1F062-3B0E-4B35-9426-6E87D59369A0}" type="datetime1">
              <a:rPr lang="en-US" smtClean="0"/>
              <a:t>6/8/2026</a:t>
            </a:fld>
            <a:endParaRPr lang="en-US"/>
          </a:p>
        </p:txBody>
      </p:sp>
      <p:sp>
        <p:nvSpPr>
          <p:cNvPr id="19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8380363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4-Up Horizontal)">
    <p:bg bwMode="gray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0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4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167477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5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3939360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C2861BD7-0FDA-4C1A-9C41-88E937745070}" type="datetime1">
              <a:rPr lang="en-US" smtClean="0"/>
              <a:t>6/8/2026</a:t>
            </a:fld>
            <a:endParaRPr lang="en-US"/>
          </a:p>
        </p:txBody>
      </p:sp>
      <p:sp>
        <p:nvSpPr>
          <p:cNvPr id="29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2632564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Page (2-Up Horizontal)">
    <p:bg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571729"/>
            <a:ext cx="1858809" cy="185880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57173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D925CA3D-D9D5-4A12-B130-ECDE073AF1C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345329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581719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3646176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3421563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6486020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6261407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9325864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10"/>
          <p:cNvSpPr>
            <a:spLocks noGrp="1"/>
          </p:cNvSpPr>
          <p:nvPr>
            <p:ph type="body" sz="quarter" idx="21" hasCustomPrompt="1"/>
          </p:nvPr>
        </p:nvSpPr>
        <p:spPr bwMode="black">
          <a:xfrm>
            <a:off x="9101251" y="4341161"/>
            <a:ext cx="2542477" cy="162783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9814D94B-EBA7-4629-931C-0084B762EFCC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72364659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3-Up Vertic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7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697855" y="1981899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5" hasCustomPrompt="1"/>
          </p:nvPr>
        </p:nvSpPr>
        <p:spPr bwMode="black">
          <a:xfrm>
            <a:off x="1473242" y="4345146"/>
            <a:ext cx="2542477" cy="1623853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0" name="Picture Placeholder 5"/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4936052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7" hasCustomPrompt="1"/>
          </p:nvPr>
        </p:nvSpPr>
        <p:spPr bwMode="black">
          <a:xfrm>
            <a:off x="4712235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2" name="Picture Placeholder 7"/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8174249" y="1967573"/>
            <a:ext cx="2094842" cy="2094842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9" hasCustomPrompt="1"/>
          </p:nvPr>
        </p:nvSpPr>
        <p:spPr bwMode="black">
          <a:xfrm>
            <a:off x="7949636" y="4345147"/>
            <a:ext cx="2542477" cy="1623852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Date Placeholder 9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6383736A-C7AF-4094-B781-1E9B1F2DDBAD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0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1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473743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4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5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806331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5"/>
          </p:nvPr>
        </p:nvSpPr>
        <p:spPr bwMode="black">
          <a:xfrm>
            <a:off x="2876550" y="3939361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167477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1674772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6199805" y="3939361"/>
            <a:ext cx="1858809" cy="1858809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Text Placeholder 10"/>
          <p:cNvSpPr>
            <a:spLocks noGrp="1"/>
          </p:cNvSpPr>
          <p:nvPr>
            <p:ph type="body" sz="quarter" idx="20"/>
          </p:nvPr>
        </p:nvSpPr>
        <p:spPr bwMode="black">
          <a:xfrm>
            <a:off x="8270023" y="3939360"/>
            <a:ext cx="2866328" cy="1858809"/>
          </a:xfrm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11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56AAED71-F9EA-4362-AD08-29639C0231A5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12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13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4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02069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(2-Up Horizontal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806332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Text Placeholder 4"/>
          <p:cNvSpPr>
            <a:spLocks noGrp="1"/>
          </p:cNvSpPr>
          <p:nvPr>
            <p:ph type="body" sz="quarter" idx="16"/>
          </p:nvPr>
        </p:nvSpPr>
        <p:spPr bwMode="black">
          <a:xfrm>
            <a:off x="2876550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6199805" y="2800328"/>
            <a:ext cx="1858809" cy="1858809"/>
          </a:xfrm>
          <a:prstGeom prst="rect">
            <a:avLst/>
          </a:prstGeom>
          <a:noFill/>
          <a:ln w="28575"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8"/>
          </p:nvPr>
        </p:nvSpPr>
        <p:spPr bwMode="black">
          <a:xfrm>
            <a:off x="8270023" y="2800329"/>
            <a:ext cx="2866328" cy="1858809"/>
          </a:xfrm>
          <a:noFill/>
        </p:spPr>
        <p:txBody>
          <a:bodyPr anchor="ctr">
            <a:noAutofit/>
          </a:bodyPr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800"/>
            </a:lvl1pPr>
            <a:lvl2pPr marL="457200" indent="0">
              <a:buFont typeface="Arial" panose="020B0604020202020204" pitchFamily="34" charset="0"/>
              <a:buNone/>
              <a:defRPr sz="1800"/>
            </a:lvl2pPr>
            <a:lvl3pPr marL="914400" indent="0">
              <a:buFont typeface="Arial" panose="020B0604020202020204" pitchFamily="34" charset="0"/>
              <a:buNone/>
              <a:defRPr sz="1800"/>
            </a:lvl3pPr>
            <a:lvl4pPr marL="1371600" indent="0">
              <a:buFont typeface="Arial" panose="020B0604020202020204" pitchFamily="34" charset="0"/>
              <a:buNone/>
              <a:defRPr sz="1800"/>
            </a:lvl4pPr>
            <a:lvl5pPr marL="18288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7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A260C064-CEF5-4162-9DC2-12EF6CFA0119}" type="datetime1">
              <a:rPr lang="en-US" smtClean="0"/>
              <a:t>6/8/2026</a:t>
            </a:fld>
            <a:endParaRPr lang="en-US"/>
          </a:p>
        </p:txBody>
      </p:sp>
      <p:sp>
        <p:nvSpPr>
          <p:cNvPr id="20" name="Footer Placeholder 8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10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9228129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or Objects (10-Up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4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7" name="Content Placeholder 3"/>
          <p:cNvSpPr>
            <a:spLocks noGrp="1"/>
          </p:cNvSpPr>
          <p:nvPr>
            <p:ph sz="half" idx="15" hasCustomPrompt="1"/>
          </p:nvPr>
        </p:nvSpPr>
        <p:spPr bwMode="gray">
          <a:xfrm>
            <a:off x="301038" y="1600201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5" name="Content Placeholder 4"/>
          <p:cNvSpPr>
            <a:spLocks noGrp="1"/>
          </p:cNvSpPr>
          <p:nvPr>
            <p:ph sz="half" idx="27" hasCustomPrompt="1"/>
          </p:nvPr>
        </p:nvSpPr>
        <p:spPr bwMode="gray">
          <a:xfrm>
            <a:off x="2676908" y="1600200"/>
            <a:ext cx="2069630" cy="217170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6" name="Content Placeholder 5"/>
          <p:cNvSpPr>
            <a:spLocks noGrp="1"/>
          </p:cNvSpPr>
          <p:nvPr>
            <p:ph sz="half" idx="28" hasCustomPrompt="1"/>
          </p:nvPr>
        </p:nvSpPr>
        <p:spPr bwMode="gray">
          <a:xfrm>
            <a:off x="5061185" y="1600202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8" name="Content Placeholder 6"/>
          <p:cNvSpPr>
            <a:spLocks noGrp="1"/>
          </p:cNvSpPr>
          <p:nvPr>
            <p:ph sz="half" idx="29" hasCustomPrompt="1"/>
          </p:nvPr>
        </p:nvSpPr>
        <p:spPr bwMode="gray">
          <a:xfrm>
            <a:off x="7450666" y="1600200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39" name="Content Placeholder 7"/>
          <p:cNvSpPr>
            <a:spLocks noGrp="1"/>
          </p:cNvSpPr>
          <p:nvPr>
            <p:ph sz="half" idx="30" hasCustomPrompt="1"/>
          </p:nvPr>
        </p:nvSpPr>
        <p:spPr bwMode="gray">
          <a:xfrm>
            <a:off x="9809451" y="1600199"/>
            <a:ext cx="2069630" cy="21716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5" name="Content Placeholder 8"/>
          <p:cNvSpPr>
            <a:spLocks noGrp="1"/>
          </p:cNvSpPr>
          <p:nvPr>
            <p:ph sz="half" idx="31" hasCustomPrompt="1"/>
          </p:nvPr>
        </p:nvSpPr>
        <p:spPr bwMode="gray">
          <a:xfrm>
            <a:off x="295833" y="4000500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6" name="Content Placeholder 9"/>
          <p:cNvSpPr>
            <a:spLocks noGrp="1"/>
          </p:cNvSpPr>
          <p:nvPr>
            <p:ph sz="half" idx="32" hasCustomPrompt="1"/>
          </p:nvPr>
        </p:nvSpPr>
        <p:spPr bwMode="gray">
          <a:xfrm>
            <a:off x="2671704" y="4000499"/>
            <a:ext cx="2069630" cy="2171701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7" name="Content Placeholder 10"/>
          <p:cNvSpPr>
            <a:spLocks noGrp="1"/>
          </p:cNvSpPr>
          <p:nvPr>
            <p:ph sz="half" idx="33" hasCustomPrompt="1"/>
          </p:nvPr>
        </p:nvSpPr>
        <p:spPr bwMode="gray">
          <a:xfrm>
            <a:off x="5055980" y="4000501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8" name="Content Placeholder 11"/>
          <p:cNvSpPr>
            <a:spLocks noGrp="1"/>
          </p:cNvSpPr>
          <p:nvPr>
            <p:ph sz="half" idx="34" hasCustomPrompt="1"/>
          </p:nvPr>
        </p:nvSpPr>
        <p:spPr bwMode="gray">
          <a:xfrm>
            <a:off x="7445462" y="4000499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19" name="Content Placeholder 12"/>
          <p:cNvSpPr>
            <a:spLocks noGrp="1"/>
          </p:cNvSpPr>
          <p:nvPr>
            <p:ph sz="half" idx="35" hasCustomPrompt="1"/>
          </p:nvPr>
        </p:nvSpPr>
        <p:spPr bwMode="gray">
          <a:xfrm>
            <a:off x="9804246" y="4000498"/>
            <a:ext cx="2069630" cy="2171699"/>
          </a:xfrm>
          <a:noFill/>
        </p:spPr>
        <p:txBody>
          <a:bodyPr>
            <a:normAutofit/>
          </a:bodyPr>
          <a:lstStyle>
            <a:lvl1pPr marL="0" indent="0">
              <a:buNone/>
              <a:defRPr sz="2500"/>
            </a:lvl1pPr>
            <a:lvl2pPr marL="391993" indent="0">
              <a:buNone/>
              <a:defRPr/>
            </a:lvl2pPr>
            <a:lvl3pPr marL="732244" indent="0">
              <a:buNone/>
              <a:defRPr/>
            </a:lvl3pPr>
            <a:lvl4pPr marL="1074062" indent="0">
              <a:buNone/>
              <a:defRPr/>
            </a:lvl4pPr>
            <a:lvl5pPr marL="1414312" indent="0">
              <a:buNone/>
              <a:defRPr/>
            </a:lvl5pPr>
          </a:lstStyle>
          <a:p>
            <a:pPr lvl="0"/>
            <a:r>
              <a:rPr lang="en-US"/>
              <a:t>Click icon to add object</a:t>
            </a:r>
          </a:p>
        </p:txBody>
      </p:sp>
      <p:sp>
        <p:nvSpPr>
          <p:cNvPr id="20" name="Date Placeholder 13"/>
          <p:cNvSpPr>
            <a:spLocks noGrp="1"/>
          </p:cNvSpPr>
          <p:nvPr>
            <p:ph type="dt" sz="half" idx="10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57EB2DAE-E96D-497F-A5DC-620DAE3A70DC}" type="datetime1">
              <a:rPr lang="en-US" smtClean="0"/>
              <a:t>6/8/2026</a:t>
            </a:fld>
            <a:endParaRPr lang="en-US"/>
          </a:p>
        </p:txBody>
      </p:sp>
      <p:sp>
        <p:nvSpPr>
          <p:cNvPr id="21" name="Footer Placeholder 1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22" name="Slide Number Placeholder 15"/>
          <p:cNvSpPr>
            <a:spLocks noGrp="1"/>
          </p:cNvSpPr>
          <p:nvPr>
            <p:ph type="sldNum" sz="quarter" idx="12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  <p:sp>
        <p:nvSpPr>
          <p:cNvPr id="25" name="Rectangle 16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1377337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Blue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0"/>
            <a:ext cx="12192000" cy="1219200"/>
          </a:xfrm>
          <a:prstGeom prst="rect">
            <a:avLst/>
          </a:prstGeom>
          <a:solidFill>
            <a:srgbClr val="003865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7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126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Dark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black">
          <a:xfrm>
            <a:off x="-1" y="5638801"/>
            <a:ext cx="12192000" cy="1219200"/>
          </a:xfrm>
          <a:prstGeom prst="rect">
            <a:avLst/>
          </a:prstGeom>
          <a:solidFill>
            <a:srgbClr val="0D0D0D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5638801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2"/>
            <a:ext cx="12192000" cy="5638799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978873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Green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78BE21"/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342373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Image (Light Gray Titl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 txBox="1">
            <a:spLocks/>
          </p:cNvSpPr>
          <p:nvPr userDrawn="1"/>
        </p:nvSpPr>
        <p:spPr bwMode="auto">
          <a:xfrm>
            <a:off x="0" y="5638800"/>
            <a:ext cx="12192000" cy="1219200"/>
          </a:xfrm>
          <a:prstGeom prst="rect">
            <a:avLst/>
          </a:prstGeom>
          <a:solidFill>
            <a:srgbClr val="E8E8E8">
              <a:alpha val="87843"/>
            </a:srgbClr>
          </a:solidFill>
        </p:spPr>
        <p:txBody>
          <a:bodyPr vert="horz" lIns="0" tIns="0" rIns="0" bIns="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266700" y="5638800"/>
            <a:ext cx="11658600" cy="1219200"/>
          </a:xfrm>
          <a:noFill/>
        </p:spPr>
        <p:txBody>
          <a:bodyPr>
            <a:normAutofit/>
          </a:bodyPr>
          <a:lstStyle>
            <a:lvl1pPr algn="ctr">
              <a:defRPr sz="3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 bwMode="gray">
          <a:xfrm>
            <a:off x="0" y="3"/>
            <a:ext cx="12192000" cy="5638798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037976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Horizont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30068A4-DF3A-4C3B-B071-EF8A65968EDB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6012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Dark Vertical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550C0D-07A6-4DDF-BF7F-36CA21B6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91594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Dark)">
    <p:bg bwMode="black">
      <p:bgPr>
        <a:gradFill>
          <a:gsLst>
            <a:gs pos="100000">
              <a:schemeClr val="tx2">
                <a:lumMod val="95000"/>
                <a:lumOff val="5000"/>
              </a:schemeClr>
            </a:gs>
            <a:gs pos="45000">
              <a:schemeClr val="tx2">
                <a:lumMod val="85000"/>
                <a:lumOff val="15000"/>
              </a:schemeClr>
            </a:gs>
            <a:gs pos="86000">
              <a:schemeClr val="tx2">
                <a:lumMod val="90000"/>
                <a:lumOff val="1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AF7C7-2531-4915-A5F8-5EEEBF51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7256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Horizont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black">
          <a:xfrm>
            <a:off x="815897" y="287066"/>
            <a:ext cx="3521927" cy="2734914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15975" y="3211513"/>
            <a:ext cx="3521849" cy="2475609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2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2"/>
          </p:nvPr>
        </p:nvSpPr>
        <p:spPr bwMode="black">
          <a:xfrm>
            <a:off x="838200" y="6356350"/>
            <a:ext cx="1358590" cy="365125"/>
          </a:xfrm>
        </p:spPr>
        <p:txBody>
          <a:bodyPr/>
          <a:lstStyle/>
          <a:p>
            <a:fld id="{D3D4A237-76BC-4C01-8917-C6FD712AB09E}" type="datetime1">
              <a:rPr lang="en-US" smtClean="0"/>
              <a:t>6/8/2026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3"/>
          </p:nvPr>
        </p:nvSpPr>
        <p:spPr bwMode="black">
          <a:xfrm>
            <a:off x="9891132" y="6356350"/>
            <a:ext cx="1462668" cy="365125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03788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Light Gray Vertical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1"/>
          </p:nvPr>
        </p:nvSpPr>
        <p:spPr bwMode="black">
          <a:xfrm>
            <a:off x="838200" y="1365203"/>
            <a:ext cx="10515600" cy="156718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6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89429056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Light Gray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</p:spTree>
    <p:extLst>
      <p:ext uri="{BB962C8B-B14F-4D97-AF65-F5344CB8AC3E}">
        <p14:creationId xmlns:p14="http://schemas.microsoft.com/office/powerpoint/2010/main" val="106475106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Horizont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976787" y="504855"/>
            <a:ext cx="9618920" cy="54133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1067565"/>
            <a:ext cx="9516215" cy="485060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23C5A3A-01C1-4FBF-8C29-06A721AFB7A6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263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Blue Vertical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38200" y="1365203"/>
            <a:ext cx="10515600" cy="1567183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pic>
        <p:nvPicPr>
          <p:cNvPr id="15" name="Picture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3222702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" name="Picture Placeholder 4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3771871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797D7C6-1656-4220-A0DD-62DA0303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2845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Full Window Blue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373458" y="1264693"/>
            <a:ext cx="9387470" cy="528306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Picture Placeholder 3" descr="Screenshot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1373459" y="1813862"/>
            <a:ext cx="9287236" cy="4733889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E881B7E-80EA-4BCE-82AC-6DC733C66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7137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3"/>
          </p:nvPr>
        </p:nvSpPr>
        <p:spPr bwMode="white">
          <a:xfrm>
            <a:off x="815975" y="3211513"/>
            <a:ext cx="3521849" cy="2475609"/>
          </a:xfrm>
        </p:spPr>
        <p:txBody>
          <a:bodyPr/>
          <a:lstStyle>
            <a:lvl1pPr>
              <a:buClr>
                <a:schemeClr val="accent2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4" name="Picture 3" descr="Computer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4712851" y="434836"/>
            <a:ext cx="6828661" cy="6050713"/>
          </a:xfrm>
          <a:prstGeom prst="rect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</p:pic>
      <p:sp>
        <p:nvSpPr>
          <p:cNvPr id="15" name="Picture Placeholder 4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7" y="691882"/>
            <a:ext cx="6300787" cy="341153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5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AE5280-0F60-4D82-AAB5-5D5B7241D680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6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7523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 (Computer, Tablet, Phone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17"/>
          <a:stretch/>
        </p:blipFill>
        <p:spPr bwMode="gray">
          <a:xfrm>
            <a:off x="513807" y="300788"/>
            <a:ext cx="11412844" cy="6506515"/>
          </a:xfrm>
          <a:prstGeom prst="rect">
            <a:avLst/>
          </a:prstGeom>
        </p:spPr>
      </p:pic>
      <p:sp>
        <p:nvSpPr>
          <p:cNvPr id="13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15897" y="287066"/>
            <a:ext cx="3521927" cy="273491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7" name="Picture Placeholder 3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968188" y="4352926"/>
            <a:ext cx="894231" cy="1570503"/>
          </a:xfrm>
        </p:spPr>
        <p:txBody>
          <a:bodyPr>
            <a:normAutofit/>
          </a:bodyPr>
          <a:lstStyle>
            <a:lvl1pPr marL="171450" indent="-171450">
              <a:buFont typeface="Arial" panose="020B0604020202020204" pitchFamily="34" charset="0"/>
              <a:buChar char="•"/>
              <a:defRPr sz="95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2393577" y="3413074"/>
            <a:ext cx="1848970" cy="2458337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0" hasCustomPrompt="1"/>
          </p:nvPr>
        </p:nvSpPr>
        <p:spPr bwMode="gray">
          <a:xfrm>
            <a:off x="4976788" y="691883"/>
            <a:ext cx="6298572" cy="33691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insert screenshot</a:t>
            </a:r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11"/>
          </p:nvPr>
        </p:nvSpPr>
        <p:spPr bwMode="white">
          <a:xfrm>
            <a:off x="838200" y="6356350"/>
            <a:ext cx="135859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8710E44-91F7-44AB-8F13-D10D0FD35D6D}" type="datetime1">
              <a:rPr lang="en-US" smtClean="0"/>
              <a:t>6/8/2026</a:t>
            </a:fld>
            <a:endParaRPr lang="en-US"/>
          </a:p>
        </p:txBody>
      </p:sp>
      <p:sp>
        <p:nvSpPr>
          <p:cNvPr id="9" name="Footer Placeholder 7"/>
          <p:cNvSpPr>
            <a:spLocks noGrp="1"/>
          </p:cNvSpPr>
          <p:nvPr>
            <p:ph type="ftr" sz="quarter" idx="3"/>
          </p:nvPr>
        </p:nvSpPr>
        <p:spPr bwMode="white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11" name="Slide Number Placeholder 8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36752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6449201A-9881-4BD5-9EDB-134148F796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0B050E54-664D-466A-8DB7-324C516C803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1906A78E-2FCE-427D-98A4-31316D7752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96629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(Teal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Shape, rectangle&#10;&#10;Description automatically generated">
            <a:extLst>
              <a:ext uri="{FF2B5EF4-FFF2-40B4-BE49-F238E27FC236}">
                <a16:creationId xmlns:a16="http://schemas.microsoft.com/office/drawing/2014/main" id="{28F32915-284F-4F48-8220-F8136AD1F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1387736" y="1052945"/>
            <a:ext cx="9488245" cy="3227832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edit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1387736" y="4488873"/>
            <a:ext cx="9488245" cy="65328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edit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9789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Blue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2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5333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Minimal (Teal Background)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C3814C0D-95ED-4173-8AC0-4AB29FDCB91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le 2">
            <a:extLst>
              <a:ext uri="{FF2B5EF4-FFF2-40B4-BE49-F238E27FC236}">
                <a16:creationId xmlns:a16="http://schemas.microsoft.com/office/drawing/2014/main" id="{71113A8F-A3E6-4773-A564-980D4D0C4F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5839" y="760288"/>
            <a:ext cx="8091163" cy="416340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50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“Click to add quote.”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DA8B1812-DAFE-4A6A-B301-7770908A2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415839" y="5163327"/>
            <a:ext cx="8091163" cy="1015739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i="1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- Click to add name or subtext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0357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">
    <p:bg bwMode="black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8C1F7E9D-0503-4BE4-8143-B788D47265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black">
          <a:xfrm>
            <a:off x="3305909" y="633187"/>
            <a:ext cx="5580183" cy="808751"/>
          </a:xfrm>
        </p:spPr>
        <p:txBody>
          <a:bodyPr>
            <a:no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000" b="0" baseline="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/>
              <a:t>Click to add title</a:t>
            </a:r>
            <a:endParaRPr kumimoji="0" lang="en-US" sz="3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41562BBE-B5B7-42B5-8ABD-CE74CD647F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8113" y="1755775"/>
            <a:ext cx="9434512" cy="4151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Slide Number Placeholder 4"/>
          <p:cNvSpPr>
            <a:spLocks noGrp="1"/>
          </p:cNvSpPr>
          <p:nvPr>
            <p:ph type="sldNum" sz="quarter" idx="12"/>
          </p:nvPr>
        </p:nvSpPr>
        <p:spPr bwMode="white">
          <a:xfrm>
            <a:off x="9891132" y="6356350"/>
            <a:ext cx="146266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88690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5-Up with Icons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">
            <a:extLst>
              <a:ext uri="{FF2B5EF4-FFF2-40B4-BE49-F238E27FC236}">
                <a16:creationId xmlns:a16="http://schemas.microsoft.com/office/drawing/2014/main" id="{A5D6346A-285F-46E0-9AAB-F8F29A1C2BC6}"/>
              </a:ext>
            </a:extLst>
          </p:cNvPr>
          <p:cNvSpPr/>
          <p:nvPr userDrawn="1"/>
        </p:nvSpPr>
        <p:spPr bwMode="black">
          <a:xfrm>
            <a:off x="4060951" y="0"/>
            <a:ext cx="4063999" cy="3429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4325757" y="363682"/>
            <a:ext cx="3531339" cy="2809009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8" name="Rectangle 3">
            <a:extLst>
              <a:ext uri="{FF2B5EF4-FFF2-40B4-BE49-F238E27FC236}">
                <a16:creationId xmlns:a16="http://schemas.microsoft.com/office/drawing/2014/main" id="{8B1D6FB0-3CFA-4F98-9E32-13372A146E50}"/>
              </a:ext>
            </a:extLst>
          </p:cNvPr>
          <p:cNvSpPr/>
          <p:nvPr userDrawn="1"/>
        </p:nvSpPr>
        <p:spPr>
          <a:xfrm>
            <a:off x="-3048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91253B02-FE9E-42BD-9273-EB07447C42F2}"/>
              </a:ext>
            </a:extLst>
          </p:cNvPr>
          <p:cNvSpPr/>
          <p:nvPr userDrawn="1"/>
        </p:nvSpPr>
        <p:spPr>
          <a:xfrm>
            <a:off x="8124953" y="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A95525E-0F0F-42A1-814D-8A0F5F6C9504}"/>
              </a:ext>
            </a:extLst>
          </p:cNvPr>
          <p:cNvSpPr/>
          <p:nvPr userDrawn="1"/>
        </p:nvSpPr>
        <p:spPr>
          <a:xfrm>
            <a:off x="0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E2F620B4-FC61-4BCB-BFAB-5DAE7EDBC3A1}"/>
              </a:ext>
            </a:extLst>
          </p:cNvPr>
          <p:cNvSpPr/>
          <p:nvPr userDrawn="1"/>
        </p:nvSpPr>
        <p:spPr>
          <a:xfrm>
            <a:off x="4063999" y="3429000"/>
            <a:ext cx="4063999" cy="3429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D8EBE3F-0971-43E7-9934-99422D606481}"/>
              </a:ext>
            </a:extLst>
          </p:cNvPr>
          <p:cNvSpPr/>
          <p:nvPr userDrawn="1"/>
        </p:nvSpPr>
        <p:spPr>
          <a:xfrm>
            <a:off x="8128001" y="3429000"/>
            <a:ext cx="4063999" cy="3429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D8DD7EF7-A01F-4BC7-80C9-B7ED221F63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1565351" y="347961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Content Placeholder 9"/>
          <p:cNvSpPr>
            <a:spLocks noGrp="1"/>
          </p:cNvSpPr>
          <p:nvPr userDrawn="1">
            <p:ph idx="1" hasCustomPrompt="1"/>
          </p:nvPr>
        </p:nvSpPr>
        <p:spPr bwMode="gray">
          <a:xfrm>
            <a:off x="360218" y="1683143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9" name="Picture Placeholder 10">
            <a:extLst>
              <a:ext uri="{FF2B5EF4-FFF2-40B4-BE49-F238E27FC236}">
                <a16:creationId xmlns:a16="http://schemas.microsoft.com/office/drawing/2014/main" id="{D04436AB-D3A4-4BCB-A795-5F8437FE2E8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gray">
          <a:xfrm>
            <a:off x="9668035" y="293132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Content Placeholder 11">
            <a:extLst>
              <a:ext uri="{FF2B5EF4-FFF2-40B4-BE49-F238E27FC236}">
                <a16:creationId xmlns:a16="http://schemas.microsoft.com/office/drawing/2014/main" id="{6F9304B1-6B55-4695-943B-30DD680AEE6A}"/>
              </a:ext>
            </a:extLst>
          </p:cNvPr>
          <p:cNvSpPr>
            <a:spLocks noGrp="1"/>
          </p:cNvSpPr>
          <p:nvPr>
            <p:ph idx="20" hasCustomPrompt="1"/>
          </p:nvPr>
        </p:nvSpPr>
        <p:spPr bwMode="gray">
          <a:xfrm>
            <a:off x="8462902" y="1628314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Picture Placeholder 12">
            <a:extLst>
              <a:ext uri="{FF2B5EF4-FFF2-40B4-BE49-F238E27FC236}">
                <a16:creationId xmlns:a16="http://schemas.microsoft.com/office/drawing/2014/main" id="{B28D5B16-4425-46F4-9F63-B46F3602940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565351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2" name="Content Placeholder 13">
            <a:extLst>
              <a:ext uri="{FF2B5EF4-FFF2-40B4-BE49-F238E27FC236}">
                <a16:creationId xmlns:a16="http://schemas.microsoft.com/office/drawing/2014/main" id="{AD263849-863B-4132-B6E1-C61464355379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gray">
          <a:xfrm>
            <a:off x="360218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2CE6DAA4-2E97-4817-A549-1F198B25D71D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 bwMode="gray">
          <a:xfrm>
            <a:off x="5610137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Content Placeholder 15">
            <a:extLst>
              <a:ext uri="{FF2B5EF4-FFF2-40B4-BE49-F238E27FC236}">
                <a16:creationId xmlns:a16="http://schemas.microsoft.com/office/drawing/2014/main" id="{5B029AC8-AE17-421E-A0F3-247B7315CD29}"/>
              </a:ext>
            </a:extLst>
          </p:cNvPr>
          <p:cNvSpPr>
            <a:spLocks noGrp="1"/>
          </p:cNvSpPr>
          <p:nvPr>
            <p:ph idx="16" hasCustomPrompt="1"/>
          </p:nvPr>
        </p:nvSpPr>
        <p:spPr bwMode="gray">
          <a:xfrm>
            <a:off x="4405004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7" name="Picture Placeholder 16">
            <a:extLst>
              <a:ext uri="{FF2B5EF4-FFF2-40B4-BE49-F238E27FC236}">
                <a16:creationId xmlns:a16="http://schemas.microsoft.com/office/drawing/2014/main" id="{F2965326-2267-4131-8529-A5DD17D8D70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gray">
          <a:xfrm>
            <a:off x="9668035" y="3818526"/>
            <a:ext cx="1025659" cy="1025659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bg1"/>
            </a:solidFill>
          </a:ln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Content Placeholder 17">
            <a:extLst>
              <a:ext uri="{FF2B5EF4-FFF2-40B4-BE49-F238E27FC236}">
                <a16:creationId xmlns:a16="http://schemas.microsoft.com/office/drawing/2014/main" id="{69D189A1-22A5-49F4-835C-1A0417D045F6}"/>
              </a:ext>
            </a:extLst>
          </p:cNvPr>
          <p:cNvSpPr>
            <a:spLocks noGrp="1"/>
          </p:cNvSpPr>
          <p:nvPr>
            <p:ph idx="18" hasCustomPrompt="1"/>
          </p:nvPr>
        </p:nvSpPr>
        <p:spPr bwMode="gray">
          <a:xfrm>
            <a:off x="8462902" y="5153708"/>
            <a:ext cx="3435927" cy="1524000"/>
          </a:xfrm>
          <a:noFill/>
        </p:spPr>
        <p:txBody>
          <a:bodyPr/>
          <a:lstStyle>
            <a:lvl1pPr marL="0" indent="0" algn="ctr"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None/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Slide Number Placeholder 18"/>
          <p:cNvSpPr>
            <a:spLocks noGrp="1"/>
          </p:cNvSpPr>
          <p:nvPr userDrawn="1">
            <p:ph type="sldNum" sz="quarter" idx="12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341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y the Numbers (9-Up)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 userDrawn="1">
            <p:ph type="title" hasCustomPrompt="1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47D138E0-2756-4912-9525-2DF109D30567}"/>
              </a:ext>
            </a:extLst>
          </p:cNvPr>
          <p:cNvSpPr/>
          <p:nvPr userDrawn="1"/>
        </p:nvSpPr>
        <p:spPr>
          <a:xfrm>
            <a:off x="0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4">
            <a:extLst>
              <a:ext uri="{FF2B5EF4-FFF2-40B4-BE49-F238E27FC236}">
                <a16:creationId xmlns:a16="http://schemas.microsoft.com/office/drawing/2014/main" id="{014F3C95-F0D6-41F7-AA29-3C6EE80AEAE4}"/>
              </a:ext>
            </a:extLst>
          </p:cNvPr>
          <p:cNvSpPr/>
          <p:nvPr userDrawn="1"/>
        </p:nvSpPr>
        <p:spPr>
          <a:xfrm>
            <a:off x="4062984" y="1335281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5">
            <a:extLst>
              <a:ext uri="{FF2B5EF4-FFF2-40B4-BE49-F238E27FC236}">
                <a16:creationId xmlns:a16="http://schemas.microsoft.com/office/drawing/2014/main" id="{C748B337-33F7-40A1-88D8-CD2BA65D869E}"/>
              </a:ext>
            </a:extLst>
          </p:cNvPr>
          <p:cNvSpPr/>
          <p:nvPr userDrawn="1"/>
        </p:nvSpPr>
        <p:spPr>
          <a:xfrm>
            <a:off x="8125968" y="1335281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6">
            <a:extLst>
              <a:ext uri="{FF2B5EF4-FFF2-40B4-BE49-F238E27FC236}">
                <a16:creationId xmlns:a16="http://schemas.microsoft.com/office/drawing/2014/main" id="{D5D8785B-E7B0-45E9-A241-DE133451585E}"/>
              </a:ext>
            </a:extLst>
          </p:cNvPr>
          <p:cNvSpPr/>
          <p:nvPr userDrawn="1"/>
        </p:nvSpPr>
        <p:spPr>
          <a:xfrm>
            <a:off x="0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1B929D3F-61AE-48F2-891C-9DFD75256C6D}"/>
              </a:ext>
            </a:extLst>
          </p:cNvPr>
          <p:cNvSpPr/>
          <p:nvPr userDrawn="1"/>
        </p:nvSpPr>
        <p:spPr>
          <a:xfrm>
            <a:off x="4062984" y="3176188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8">
            <a:extLst>
              <a:ext uri="{FF2B5EF4-FFF2-40B4-BE49-F238E27FC236}">
                <a16:creationId xmlns:a16="http://schemas.microsoft.com/office/drawing/2014/main" id="{B7CC1275-0931-46C8-8F97-B088A9519B1D}"/>
              </a:ext>
            </a:extLst>
          </p:cNvPr>
          <p:cNvSpPr/>
          <p:nvPr userDrawn="1"/>
        </p:nvSpPr>
        <p:spPr>
          <a:xfrm>
            <a:off x="8125968" y="3176188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9">
            <a:extLst>
              <a:ext uri="{FF2B5EF4-FFF2-40B4-BE49-F238E27FC236}">
                <a16:creationId xmlns:a16="http://schemas.microsoft.com/office/drawing/2014/main" id="{330A8418-CF1B-46A4-B5BE-AFE11C079F01}"/>
              </a:ext>
            </a:extLst>
          </p:cNvPr>
          <p:cNvSpPr/>
          <p:nvPr userDrawn="1"/>
        </p:nvSpPr>
        <p:spPr>
          <a:xfrm>
            <a:off x="0" y="5017094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10">
            <a:extLst>
              <a:ext uri="{FF2B5EF4-FFF2-40B4-BE49-F238E27FC236}">
                <a16:creationId xmlns:a16="http://schemas.microsoft.com/office/drawing/2014/main" id="{719FCF12-F13A-4B9B-A958-B33602A70EC2}"/>
              </a:ext>
            </a:extLst>
          </p:cNvPr>
          <p:cNvSpPr/>
          <p:nvPr userDrawn="1"/>
        </p:nvSpPr>
        <p:spPr>
          <a:xfrm>
            <a:off x="4062984" y="5017093"/>
            <a:ext cx="4062984" cy="18409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11">
            <a:extLst>
              <a:ext uri="{FF2B5EF4-FFF2-40B4-BE49-F238E27FC236}">
                <a16:creationId xmlns:a16="http://schemas.microsoft.com/office/drawing/2014/main" id="{2C994B8F-9B33-413F-9097-B33609846937}"/>
              </a:ext>
            </a:extLst>
          </p:cNvPr>
          <p:cNvSpPr/>
          <p:nvPr userDrawn="1"/>
        </p:nvSpPr>
        <p:spPr>
          <a:xfrm>
            <a:off x="8125968" y="5017093"/>
            <a:ext cx="4062984" cy="18409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2"/>
          <p:cNvSpPr/>
          <p:nvPr userDrawn="1"/>
        </p:nvSpPr>
        <p:spPr bwMode="auto">
          <a:xfrm>
            <a:off x="0" y="1216025"/>
            <a:ext cx="12192000" cy="11925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01AB76E-7762-46CE-9516-D338BC43B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9362" y="1588094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DF20C971-9987-4982-B10F-B0CC4C00951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0301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5" name="Text Placeholder 15">
            <a:extLst>
              <a:ext uri="{FF2B5EF4-FFF2-40B4-BE49-F238E27FC236}">
                <a16:creationId xmlns:a16="http://schemas.microsoft.com/office/drawing/2014/main" id="{345C34D9-17B4-4613-B9BD-59F326907F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60664" y="1569933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A1AA7C28-B086-407F-8AF1-4301768182D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29362" y="3447161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D76E17B9-0002-44B8-AF7E-8969D01E0AA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0301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Text Placeholder 18">
            <a:extLst>
              <a:ext uri="{FF2B5EF4-FFF2-40B4-BE49-F238E27FC236}">
                <a16:creationId xmlns:a16="http://schemas.microsoft.com/office/drawing/2014/main" id="{B3D2B886-4EAE-44EA-AE7C-F3ADDAF4FAC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360664" y="3429000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9" name="Text Placeholder 19">
            <a:extLst>
              <a:ext uri="{FF2B5EF4-FFF2-40B4-BE49-F238E27FC236}">
                <a16:creationId xmlns:a16="http://schemas.microsoft.com/office/drawing/2014/main" id="{2DDB0377-5DDF-4FE6-AC8F-55DC9333105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9362" y="5242666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Text Placeholder 20">
            <a:extLst>
              <a:ext uri="{FF2B5EF4-FFF2-40B4-BE49-F238E27FC236}">
                <a16:creationId xmlns:a16="http://schemas.microsoft.com/office/drawing/2014/main" id="{3FB77825-C8FD-42A1-8FA6-A3FE7450E66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30301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1" name="Text Placeholder 21">
            <a:extLst>
              <a:ext uri="{FF2B5EF4-FFF2-40B4-BE49-F238E27FC236}">
                <a16:creationId xmlns:a16="http://schemas.microsoft.com/office/drawing/2014/main" id="{494D3609-5A57-469E-BBF2-662F0C4358D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360664" y="5224505"/>
            <a:ext cx="3593592" cy="137160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500"/>
              </a:spcBef>
              <a:spcAft>
                <a:spcPts val="500"/>
              </a:spcAft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91484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8B90B5-0ADD-4FAB-AAA7-60B10917D5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253" y="-1"/>
            <a:ext cx="10876547" cy="6852225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908884" y="2376739"/>
            <a:ext cx="2088682" cy="2098744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25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94026A8F-5767-4C60-A899-B201C447297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77838" y="452438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15A3E4B8-CACE-4AB4-A8FC-7AEF75EDAF3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3561365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Content Placeholder 4">
            <a:extLst>
              <a:ext uri="{FF2B5EF4-FFF2-40B4-BE49-F238E27FC236}">
                <a16:creationId xmlns:a16="http://schemas.microsoft.com/office/drawing/2014/main" id="{032A610F-10B9-4A8A-83D5-C97FF538D359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776001" y="450884"/>
            <a:ext cx="2746375" cy="2714625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EA34264D-D28C-49EA-828E-9A4D4603A2C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7251508" y="1125505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Content Placeholder 6">
            <a:extLst>
              <a:ext uri="{FF2B5EF4-FFF2-40B4-BE49-F238E27FC236}">
                <a16:creationId xmlns:a16="http://schemas.microsoft.com/office/drawing/2014/main" id="{15663BA5-2702-4695-9A70-94EAAC588296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77253" y="3743578"/>
            <a:ext cx="2746375" cy="2612772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3561365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8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775416" y="3742023"/>
            <a:ext cx="2746375" cy="2612773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7251508" y="4595846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Date Placeholder 10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D8C90-02C3-4E06-8437-CC9918F26AC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11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12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653917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and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" descr="Shape&#10;&#10;Description automatically generated">
            <a:extLst>
              <a:ext uri="{FF2B5EF4-FFF2-40B4-BE49-F238E27FC236}">
                <a16:creationId xmlns:a16="http://schemas.microsoft.com/office/drawing/2014/main" id="{58A98041-598A-4B86-A4FE-CE64268EACC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1850440" y="401352"/>
            <a:ext cx="8467375" cy="5571533"/>
          </a:xfrm>
          <a:prstGeom prst="rect">
            <a:avLst/>
          </a:prstGeom>
        </p:spPr>
      </p:pic>
      <p:sp>
        <p:nvSpPr>
          <p:cNvPr id="13" name="Title 2">
            <a:extLst>
              <a:ext uri="{FF2B5EF4-FFF2-40B4-BE49-F238E27FC236}">
                <a16:creationId xmlns:a16="http://schemas.microsoft.com/office/drawing/2014/main" id="{CF41329C-8017-4B1E-8629-9EB8192B20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433862" y="1550632"/>
            <a:ext cx="3268003" cy="3272972"/>
          </a:xfrm>
          <a:prstGeom prst="ellipse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Picture Placeholder 3">
            <a:extLst>
              <a:ext uri="{FF2B5EF4-FFF2-40B4-BE49-F238E27FC236}">
                <a16:creationId xmlns:a16="http://schemas.microsoft.com/office/drawing/2014/main" id="{41875FDC-A655-4A0D-9846-FEBF4FE91C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gray">
          <a:xfrm>
            <a:off x="1357005" y="1344489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Content Placeholder 4">
            <a:extLst>
              <a:ext uri="{FF2B5EF4-FFF2-40B4-BE49-F238E27FC236}">
                <a16:creationId xmlns:a16="http://schemas.microsoft.com/office/drawing/2014/main" id="{B3257A84-CA4A-40FD-9C48-BA83D297743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555802" y="2718639"/>
            <a:ext cx="2746375" cy="3300984"/>
          </a:xfrm>
        </p:spPr>
        <p:txBody>
          <a:bodyPr/>
          <a:lstStyle>
            <a:lvl1pPr marL="0" indent="0">
              <a:buNone/>
              <a:defRPr sz="2200" b="1"/>
            </a:lvl1pPr>
            <a:lvl2pPr marL="346075" indent="-220663">
              <a:spcBef>
                <a:spcPts val="400"/>
              </a:spcBef>
              <a:spcAft>
                <a:spcPts val="40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12" name="Picture Placeholder 5">
            <a:extLst>
              <a:ext uri="{FF2B5EF4-FFF2-40B4-BE49-F238E27FC236}">
                <a16:creationId xmlns:a16="http://schemas.microsoft.com/office/drawing/2014/main" id="{36A64B5B-AE77-4B74-925A-5D85BD05CEC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9581072" y="401352"/>
            <a:ext cx="1135062" cy="1136650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r>
              <a:rPr lang="en-US"/>
              <a:t>Icon</a:t>
            </a:r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70EA3296-E774-4946-8E91-E5BC0EDF7F5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742872" y="1788132"/>
            <a:ext cx="2811462" cy="3300014"/>
          </a:xfrm>
        </p:spPr>
        <p:txBody>
          <a:bodyPr/>
          <a:lstStyle>
            <a:lvl1pPr marL="0" indent="0">
              <a:buNone/>
              <a:defRPr b="1"/>
            </a:lvl1pPr>
            <a:lvl2pPr marL="346075" indent="-228600">
              <a:defRPr/>
            </a:lvl2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Item one</a:t>
            </a:r>
          </a:p>
          <a:p>
            <a:pPr lvl="1"/>
            <a:r>
              <a:rPr lang="en-US"/>
              <a:t>Item two</a:t>
            </a:r>
          </a:p>
          <a:p>
            <a:pPr lvl="1"/>
            <a:r>
              <a:rPr lang="en-US"/>
              <a:t>Item three</a:t>
            </a:r>
          </a:p>
        </p:txBody>
      </p:sp>
      <p:sp>
        <p:nvSpPr>
          <p:cNvPr id="3" name="Date Placeholder 7">
            <a:extLst>
              <a:ext uri="{FF2B5EF4-FFF2-40B4-BE49-F238E27FC236}">
                <a16:creationId xmlns:a16="http://schemas.microsoft.com/office/drawing/2014/main" id="{D7B1B1D7-CD0C-49E0-8AC1-567A6D1A4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B88A46-E8BB-4030-A824-2036260546DD}" type="datetime1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A0DE9E05-D5C9-40B5-B0BD-C5FFC93DB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87A070A-47B1-4FE3-8E7C-7C9F041B2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6932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 Up Pictures and Text"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 bwMode="black">
          <a:xfrm>
            <a:off x="0" y="2820924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4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821051"/>
            <a:ext cx="10515600" cy="1216025"/>
          </a:xfrm>
          <a:noFill/>
        </p:spPr>
        <p:txBody>
          <a:bodyPr lIns="0" rIns="0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BD162C60-CB96-4A1A-A18D-22B32089E235}"/>
              </a:ext>
            </a:extLst>
          </p:cNvPr>
          <p:cNvSpPr/>
          <p:nvPr userDrawn="1"/>
        </p:nvSpPr>
        <p:spPr>
          <a:xfrm>
            <a:off x="1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4">
            <a:extLst>
              <a:ext uri="{FF2B5EF4-FFF2-40B4-BE49-F238E27FC236}">
                <a16:creationId xmlns:a16="http://schemas.microsoft.com/office/drawing/2014/main" id="{0B3DCC4C-18F1-44A1-83F2-567249ACDEF1}"/>
              </a:ext>
            </a:extLst>
          </p:cNvPr>
          <p:cNvSpPr/>
          <p:nvPr userDrawn="1"/>
        </p:nvSpPr>
        <p:spPr>
          <a:xfrm>
            <a:off x="4877349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Rectangle 5">
            <a:extLst>
              <a:ext uri="{FF2B5EF4-FFF2-40B4-BE49-F238E27FC236}">
                <a16:creationId xmlns:a16="http://schemas.microsoft.com/office/drawing/2014/main" id="{8CF2B0C9-EA38-4390-A84A-EBCFEDC0AAE5}"/>
              </a:ext>
            </a:extLst>
          </p:cNvPr>
          <p:cNvSpPr/>
          <p:nvPr userDrawn="1"/>
        </p:nvSpPr>
        <p:spPr>
          <a:xfrm>
            <a:off x="9754696" y="-1"/>
            <a:ext cx="2437305" cy="2820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6">
            <a:extLst>
              <a:ext uri="{FF2B5EF4-FFF2-40B4-BE49-F238E27FC236}">
                <a16:creationId xmlns:a16="http://schemas.microsoft.com/office/drawing/2014/main" id="{3D0C31E3-527C-4CBA-97E5-DBDF2A52AFAC}"/>
              </a:ext>
            </a:extLst>
          </p:cNvPr>
          <p:cNvSpPr/>
          <p:nvPr userDrawn="1"/>
        </p:nvSpPr>
        <p:spPr>
          <a:xfrm>
            <a:off x="2435850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7">
            <a:extLst>
              <a:ext uri="{FF2B5EF4-FFF2-40B4-BE49-F238E27FC236}">
                <a16:creationId xmlns:a16="http://schemas.microsoft.com/office/drawing/2014/main" id="{591E0941-ABF1-462A-AA3A-64D47089A2D7}"/>
              </a:ext>
            </a:extLst>
          </p:cNvPr>
          <p:cNvSpPr/>
          <p:nvPr userDrawn="1"/>
        </p:nvSpPr>
        <p:spPr>
          <a:xfrm>
            <a:off x="7314342" y="4037076"/>
            <a:ext cx="2437305" cy="28172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5EB20B2C-E9C0-4B6F-9D8F-0B7BAAE1EDC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 bwMode="gray">
          <a:xfrm>
            <a:off x="399634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Picture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B1B2EA53-4275-4D74-9FC5-D8EA8CF60C8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4193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513F8D1A-87BC-4B26-9247-B2DC62BB13C5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 bwMode="gray">
          <a:xfrm>
            <a:off x="284090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8" name="Text Placeholder 11">
            <a:extLst>
              <a:ext uri="{FF2B5EF4-FFF2-40B4-BE49-F238E27FC236}">
                <a16:creationId xmlns:a16="http://schemas.microsoft.com/office/drawing/2014/main" id="{6D665270-BCFF-43F6-9CEB-51DA6F7F1FA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59661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0" name="Picture Placeholder 12">
            <a:extLst>
              <a:ext uri="{FF2B5EF4-FFF2-40B4-BE49-F238E27FC236}">
                <a16:creationId xmlns:a16="http://schemas.microsoft.com/office/drawing/2014/main" id="{04897160-9BF7-44CA-9ACE-9621AC1F8AB6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 bwMode="gray">
          <a:xfrm>
            <a:off x="525181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9" name="Text Placeholder 13">
            <a:extLst>
              <a:ext uri="{FF2B5EF4-FFF2-40B4-BE49-F238E27FC236}">
                <a16:creationId xmlns:a16="http://schemas.microsoft.com/office/drawing/2014/main" id="{C7CDD40B-9D6C-4966-A99A-F976E43A893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024862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2" name="Picture Placeholder 14">
            <a:extLst>
              <a:ext uri="{FF2B5EF4-FFF2-40B4-BE49-F238E27FC236}">
                <a16:creationId xmlns:a16="http://schemas.microsoft.com/office/drawing/2014/main" id="{74F24F6E-7165-4401-A9FB-B018D4A703F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 bwMode="gray">
          <a:xfrm>
            <a:off x="7662726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0" name="Text Placeholder 15">
            <a:extLst>
              <a:ext uri="{FF2B5EF4-FFF2-40B4-BE49-F238E27FC236}">
                <a16:creationId xmlns:a16="http://schemas.microsoft.com/office/drawing/2014/main" id="{C28FB982-4B84-4C4C-9989-BA2563472E37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474206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4" name="Picture Placeholder 15">
            <a:extLst>
              <a:ext uri="{FF2B5EF4-FFF2-40B4-BE49-F238E27FC236}">
                <a16:creationId xmlns:a16="http://schemas.microsoft.com/office/drawing/2014/main" id="{6626904F-CC3B-4AAC-9351-389DC5A32A64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 bwMode="gray">
          <a:xfrm>
            <a:off x="10117655" y="256163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1" name="Text Placeholder 16">
            <a:extLst>
              <a:ext uri="{FF2B5EF4-FFF2-40B4-BE49-F238E27FC236}">
                <a16:creationId xmlns:a16="http://schemas.microsoft.com/office/drawing/2014/main" id="{CD0CF586-7B0D-45A0-B7D6-DB10979C2E2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898967" y="1927044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1" name="Picture Placeholder 17">
            <a:extLst>
              <a:ext uri="{FF2B5EF4-FFF2-40B4-BE49-F238E27FC236}">
                <a16:creationId xmlns:a16="http://schemas.microsoft.com/office/drawing/2014/main" id="{CE73143E-94A3-454F-9304-4BC606CA8D31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 bwMode="gray">
          <a:xfrm>
            <a:off x="397289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2" name="Text Placeholder 18">
            <a:extLst>
              <a:ext uri="{FF2B5EF4-FFF2-40B4-BE49-F238E27FC236}">
                <a16:creationId xmlns:a16="http://schemas.microsoft.com/office/drawing/2014/main" id="{CCC4D160-A359-419D-BD12-F65BE6183B77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44193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3" name="Picture Placeholder 19">
            <a:extLst>
              <a:ext uri="{FF2B5EF4-FFF2-40B4-BE49-F238E27FC236}">
                <a16:creationId xmlns:a16="http://schemas.microsoft.com/office/drawing/2014/main" id="{0D271139-EB02-4351-B32D-98286D27AD6C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 bwMode="gray">
          <a:xfrm>
            <a:off x="283856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3" name="Text Placeholder 20">
            <a:extLst>
              <a:ext uri="{FF2B5EF4-FFF2-40B4-BE49-F238E27FC236}">
                <a16:creationId xmlns:a16="http://schemas.microsoft.com/office/drawing/2014/main" id="{49EF6F7E-E510-4C65-A550-B5300CCADE0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259661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5" name="Picture Placeholder 21">
            <a:extLst>
              <a:ext uri="{FF2B5EF4-FFF2-40B4-BE49-F238E27FC236}">
                <a16:creationId xmlns:a16="http://schemas.microsoft.com/office/drawing/2014/main" id="{51DCDB0D-A1AA-42EB-8125-F4656517D2CD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 bwMode="gray">
          <a:xfrm>
            <a:off x="524947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4" name="Text Placeholder 22">
            <a:extLst>
              <a:ext uri="{FF2B5EF4-FFF2-40B4-BE49-F238E27FC236}">
                <a16:creationId xmlns:a16="http://schemas.microsoft.com/office/drawing/2014/main" id="{87DF68F9-C9AB-4D3A-8431-FF108ED3DF9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024862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7" name="Picture Placeholder 23">
            <a:extLst>
              <a:ext uri="{FF2B5EF4-FFF2-40B4-BE49-F238E27FC236}">
                <a16:creationId xmlns:a16="http://schemas.microsoft.com/office/drawing/2014/main" id="{D82E0B0A-7218-4FD5-9991-8E5E9FFBFFC7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 bwMode="gray">
          <a:xfrm>
            <a:off x="7660381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5" name="Text Placeholder 24">
            <a:extLst>
              <a:ext uri="{FF2B5EF4-FFF2-40B4-BE49-F238E27FC236}">
                <a16:creationId xmlns:a16="http://schemas.microsoft.com/office/drawing/2014/main" id="{D6FF2AA9-E000-4B0D-956F-F94226FE2E1C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474206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9" name="Picture Placeholder 25">
            <a:extLst>
              <a:ext uri="{FF2B5EF4-FFF2-40B4-BE49-F238E27FC236}">
                <a16:creationId xmlns:a16="http://schemas.microsoft.com/office/drawing/2014/main" id="{F4AE9E1B-D8F1-43B5-8EC9-55F377B7EA06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 bwMode="gray">
          <a:xfrm>
            <a:off x="10115310" y="4304416"/>
            <a:ext cx="1688368" cy="15726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6" name="Text Placeholder 26">
            <a:extLst>
              <a:ext uri="{FF2B5EF4-FFF2-40B4-BE49-F238E27FC236}">
                <a16:creationId xmlns:a16="http://schemas.microsoft.com/office/drawing/2014/main" id="{86B304D2-5934-49D0-828A-58E73AB34CAB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898967" y="5982177"/>
            <a:ext cx="2148840" cy="72237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06238715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Blue Title,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 userDrawn="1"/>
        </p:nvSpPr>
        <p:spPr bwMode="black">
          <a:xfrm>
            <a:off x="0" y="-128"/>
            <a:ext cx="12188952" cy="121615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11" name="Title 2"/>
          <p:cNvSpPr>
            <a:spLocks noGrp="1"/>
          </p:cNvSpPr>
          <p:nvPr>
            <p:ph type="title"/>
          </p:nvPr>
        </p:nvSpPr>
        <p:spPr bwMode="white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Content Placeholder 4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685800" indent="-228600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623397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Background (White Title, Blue Overlay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 bwMode="black">
          <a:xfrm>
            <a:off x="838200" y="-1"/>
            <a:ext cx="10515600" cy="1216025"/>
          </a:xfrm>
          <a:noFill/>
        </p:spPr>
        <p:txBody>
          <a:bodyPr lIns="0" rIns="0">
            <a:normAutofit/>
          </a:bodyPr>
          <a:lstStyle>
            <a:lvl1pPr algn="r"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1219198"/>
            <a:ext cx="12192000" cy="563880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Content Placeholder 3"/>
          <p:cNvSpPr>
            <a:spLocks noGrp="1"/>
          </p:cNvSpPr>
          <p:nvPr>
            <p:ph idx="1" hasCustomPrompt="1"/>
          </p:nvPr>
        </p:nvSpPr>
        <p:spPr bwMode="auto">
          <a:xfrm>
            <a:off x="0" y="1921328"/>
            <a:ext cx="5683624" cy="4234542"/>
          </a:xfrm>
          <a:solidFill>
            <a:schemeClr val="tx1">
              <a:alpha val="88000"/>
            </a:schemeClr>
          </a:solidFill>
        </p:spPr>
        <p:txBody>
          <a:bodyPr rIns="274320" anchor="ctr"/>
          <a:lstStyle>
            <a:lvl1pPr marL="45720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 sz="2500">
                <a:solidFill>
                  <a:schemeClr val="bg1"/>
                </a:solidFill>
              </a:defRPr>
            </a:lvl1pPr>
            <a:lvl2pPr marL="1143000" indent="-228600">
              <a:lnSpc>
                <a:spcPct val="100000"/>
              </a:lnSpc>
              <a:buClr>
                <a:schemeClr val="accent2"/>
              </a:buClr>
              <a:defRPr sz="2100">
                <a:solidFill>
                  <a:schemeClr val="bg1"/>
                </a:solidFill>
              </a:defRPr>
            </a:lvl2pPr>
            <a:lvl3pPr marL="16002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3pPr>
            <a:lvl4pPr marL="20574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4pPr>
            <a:lvl5pPr marL="2514600" indent="-228600">
              <a:lnSpc>
                <a:spcPct val="100000"/>
              </a:lnSpc>
              <a:buClr>
                <a:schemeClr val="accent2"/>
              </a:buClr>
              <a:defRPr sz="1700">
                <a:solidFill>
                  <a:schemeClr val="bg1"/>
                </a:solidFill>
              </a:defRPr>
            </a:lvl5pPr>
          </a:lstStyle>
          <a:p>
            <a:pPr marL="6858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accent2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Click to edit Master text styles. Note that blue overlay slide types require extra accessibility remediation when exported to PDF.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4948801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Blue Circle)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6304108" y="685800"/>
            <a:ext cx="5486400" cy="5486400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409225839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Background (Multiple Circles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1"/>
          <p:cNvSpPr>
            <a:spLocks noGrp="1"/>
          </p:cNvSpPr>
          <p:nvPr>
            <p:ph type="pic" sz="quarter" idx="15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7289728" y="901318"/>
            <a:ext cx="4661388" cy="4661388"/>
          </a:xfrm>
          <a:prstGeom prst="ellipse">
            <a:avLst/>
          </a:prstGeo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tabLst>
                <a:tab pos="2341563" algn="l"/>
                <a:tab pos="3770313" algn="l"/>
              </a:tabLst>
              <a:defRPr sz="55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054753" y="398666"/>
            <a:ext cx="2155300" cy="2155300"/>
          </a:xfrm>
          <a:prstGeom prst="ellipse">
            <a:avLst/>
          </a:prstGeom>
          <a:solidFill>
            <a:srgbClr val="78BE21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Second Point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679058" y="3827626"/>
            <a:ext cx="2637978" cy="2637978"/>
          </a:xfrm>
          <a:prstGeom prst="ellipse">
            <a:avLst/>
          </a:prstGeom>
          <a:solidFill>
            <a:srgbClr val="000000">
              <a:alpha val="87843"/>
            </a:srgb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5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Third Point</a:t>
            </a:r>
          </a:p>
        </p:txBody>
      </p:sp>
    </p:spTree>
    <p:extLst>
      <p:ext uri="{BB962C8B-B14F-4D97-AF65-F5344CB8AC3E}">
        <p14:creationId xmlns:p14="http://schemas.microsoft.com/office/powerpoint/2010/main" val="29110042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ox, Photo BG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3"/>
          </p:nvPr>
        </p:nvSpPr>
        <p:spPr bwMode="gray"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Title 2"/>
          <p:cNvSpPr>
            <a:spLocks noGrp="1"/>
          </p:cNvSpPr>
          <p:nvPr>
            <p:ph type="title" hasCustomPrompt="1"/>
          </p:nvPr>
        </p:nvSpPr>
        <p:spPr bwMode="auto">
          <a:xfrm>
            <a:off x="2299475" y="1609867"/>
            <a:ext cx="7593051" cy="3638266"/>
          </a:xfrm>
          <a:solidFill>
            <a:srgbClr val="003865">
              <a:alpha val="87843"/>
            </a:srgbClr>
          </a:solidFill>
        </p:spPr>
        <p:txBody>
          <a:bodyPr>
            <a:noAutofit/>
          </a:bodyPr>
          <a:lstStyle>
            <a:lvl1pPr algn="ctr">
              <a:spcAft>
                <a:spcPts val="1000"/>
              </a:spcAft>
              <a:tabLst>
                <a:tab pos="3770313" algn="l"/>
              </a:tabLst>
              <a:defRPr sz="70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</a:t>
            </a:r>
            <a:br>
              <a:rPr lang="en-US"/>
            </a:br>
            <a:r>
              <a:rPr lang="en-US"/>
              <a:t>Statement</a:t>
            </a:r>
          </a:p>
        </p:txBody>
      </p:sp>
    </p:spTree>
    <p:extLst>
      <p:ext uri="{BB962C8B-B14F-4D97-AF65-F5344CB8AC3E}">
        <p14:creationId xmlns:p14="http://schemas.microsoft.com/office/powerpoint/2010/main" val="2067717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F6803E0-7166-49E3-9250-6E253C74F8C7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53702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r Statement (Light Gray Background)">
    <p:bg bwMode="auto">
      <p:bgPr>
        <a:gradFill>
          <a:gsLst>
            <a:gs pos="100000">
              <a:srgbClr val="BFBFBF"/>
            </a:gs>
            <a:gs pos="53000">
              <a:srgbClr val="F5F5F5"/>
            </a:gs>
            <a:gs pos="78000">
              <a:srgbClr val="E8E8E8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1"/>
          <p:cNvSpPr txBox="1">
            <a:spLocks/>
          </p:cNvSpPr>
          <p:nvPr userDrawn="1"/>
        </p:nvSpPr>
        <p:spPr bwMode="black">
          <a:xfrm>
            <a:off x="0" y="1389684"/>
            <a:ext cx="12192000" cy="1340989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389685"/>
            <a:ext cx="11658600" cy="1340989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accent2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/>
          <a:p>
            <a:fld id="{082053C9-E24E-487A-859F-0681954D443B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/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91558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or Statement (Image Background)"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"/>
          <p:cNvSpPr>
            <a:spLocks noGrp="1"/>
          </p:cNvSpPr>
          <p:nvPr>
            <p:ph type="pic" sz="quarter" idx="14" hasCustomPrompt="1"/>
          </p:nvPr>
        </p:nvSpPr>
        <p:spPr bwMode="gray">
          <a:xfrm>
            <a:off x="0" y="0"/>
            <a:ext cx="12192000" cy="6858000"/>
          </a:xfrm>
          <a:solidFill>
            <a:schemeClr val="tx2">
              <a:lumMod val="65000"/>
              <a:lumOff val="35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background picture. Ensure sufficient contrast exists between photo and white text.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1389685"/>
            <a:ext cx="10515600" cy="1340989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Quote or Statement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2925699"/>
            <a:ext cx="10515600" cy="2673435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Make a secondary statement here.</a:t>
            </a:r>
          </a:p>
        </p:txBody>
      </p:sp>
      <p:sp>
        <p:nvSpPr>
          <p:cNvPr id="3" name="Date Placeholder 4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A70D95-6703-475C-9970-290A952F9472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6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6053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 bwMode="auto">
      <p:bgPr>
        <a:solidFill>
          <a:srgbClr val="E8E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"/>
          <p:cNvSpPr txBox="1">
            <a:spLocks/>
          </p:cNvSpPr>
          <p:nvPr userDrawn="1"/>
        </p:nvSpPr>
        <p:spPr bwMode="black">
          <a:xfrm>
            <a:off x="0" y="1651380"/>
            <a:ext cx="12192000" cy="1733266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tabLst>
                <a:tab pos="3770313" algn="l"/>
              </a:tabLst>
              <a:defRPr sz="7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/>
          </a:p>
        </p:txBody>
      </p:sp>
      <p:sp>
        <p:nvSpPr>
          <p:cNvPr id="7" name="Title 2"/>
          <p:cNvSpPr>
            <a:spLocks noGrp="1"/>
          </p:cNvSpPr>
          <p:nvPr>
            <p:ph type="title" hasCustomPrompt="1"/>
          </p:nvPr>
        </p:nvSpPr>
        <p:spPr bwMode="white">
          <a:xfrm>
            <a:off x="266700" y="1651380"/>
            <a:ext cx="11658600" cy="1733266"/>
          </a:xfrm>
          <a:noFill/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3" hasCustomPrompt="1"/>
          </p:nvPr>
        </p:nvSpPr>
        <p:spPr bwMode="black">
          <a:xfrm>
            <a:off x="838200" y="3521123"/>
            <a:ext cx="10515600" cy="2681374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1E5AD0F-F984-47A6-8E31-5BBD5B89AF4D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black"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>
                <a:solidFill>
                  <a:schemeClr val="tx2"/>
                </a:solidFill>
              </a:rPr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>
                <a:solidFill>
                  <a:schemeClr val="tx2"/>
                </a:solidFill>
              </a:rPr>
              <a:t> mn.gov/</a:t>
            </a:r>
            <a:r>
              <a:rPr lang="en-US" err="1">
                <a:solidFill>
                  <a:schemeClr val="tx2"/>
                </a:solidFill>
              </a:rPr>
              <a:t>mnit</a:t>
            </a:r>
            <a:endParaRPr lang="en-US">
              <a:solidFill>
                <a:schemeClr val="tx2"/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1"/>
          </p:nvPr>
        </p:nvSpPr>
        <p:spPr bwMode="black"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6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Graphic 7" descr="Minnesota I T Services logo">
            <a:extLst>
              <a:ext uri="{FF2B5EF4-FFF2-40B4-BE49-F238E27FC236}">
                <a16:creationId xmlns:a16="http://schemas.microsoft.com/office/drawing/2014/main" id="{D19395F9-91F3-4CF9-A814-3F73383CB1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8971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(Blue Background)">
    <p:bg bwMode="black">
      <p:bgPr>
        <a:gradFill>
          <a:gsLst>
            <a:gs pos="100000">
              <a:schemeClr val="accent1">
                <a:lumMod val="50000"/>
              </a:schemeClr>
            </a:gs>
            <a:gs pos="20000">
              <a:schemeClr val="accent1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838200" y="2212733"/>
            <a:ext cx="10515600" cy="1472163"/>
          </a:xfrm>
        </p:spPr>
        <p:txBody>
          <a:bodyPr>
            <a:noAutofit/>
          </a:bodyPr>
          <a:lstStyle>
            <a:lvl1pPr algn="ctr">
              <a:tabLst>
                <a:tab pos="3770313" algn="l"/>
              </a:tabLst>
              <a:defRPr sz="7000">
                <a:solidFill>
                  <a:schemeClr val="bg1"/>
                </a:solidFill>
              </a:defRPr>
            </a:lvl1pPr>
          </a:lstStyle>
          <a:p>
            <a:r>
              <a:rPr lang="en-US"/>
              <a:t>Add “thank you” here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838200" y="3684897"/>
            <a:ext cx="10515600" cy="251760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err="1"/>
              <a:t>Firstname</a:t>
            </a:r>
            <a:r>
              <a:rPr lang="en-US"/>
              <a:t> </a:t>
            </a:r>
            <a:r>
              <a:rPr lang="en-US" err="1"/>
              <a:t>Lastname</a:t>
            </a:r>
            <a:endParaRPr lang="en-US"/>
          </a:p>
          <a:p>
            <a:pPr lvl="0"/>
            <a:r>
              <a:rPr lang="en-US"/>
              <a:t>firstname.lastname@state.mn.us</a:t>
            </a:r>
          </a:p>
          <a:p>
            <a:pPr lvl="0"/>
            <a:r>
              <a:rPr lang="en-US"/>
              <a:t>555-555-5555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04CCE93-B8DF-4C7A-B72E-5A8C302A51FE}" type="datetime1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2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white"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 bwMode="white">
          <a:xfrm>
            <a:off x="0" y="0"/>
            <a:ext cx="12192000" cy="16513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 descr="Minnesota I T Services logo">
            <a:extLst>
              <a:ext uri="{FF2B5EF4-FFF2-40B4-BE49-F238E27FC236}">
                <a16:creationId xmlns:a16="http://schemas.microsoft.com/office/drawing/2014/main" id="{4E7B2644-A659-452A-A819-9CDB3F6ED4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71282" y="607438"/>
            <a:ext cx="3063240" cy="461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08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6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black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 bwMode="black">
          <a:xfrm>
            <a:off x="838200" y="6356350"/>
            <a:ext cx="13585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D2C03501-D00E-4175-B6CE-8ACA063C5E8F}" type="datetime1">
              <a:rPr lang="en-US" smtClean="0"/>
              <a:t>6/8/2026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 bwMode="black">
          <a:xfrm>
            <a:off x="3302177" y="6356349"/>
            <a:ext cx="5587647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black">
          <a:xfrm>
            <a:off x="9891132" y="6356350"/>
            <a:ext cx="14626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623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788" r:id="rId2"/>
    <p:sldLayoutId id="2147483787" r:id="rId3"/>
    <p:sldLayoutId id="2147483711" r:id="rId4"/>
    <p:sldLayoutId id="2147483712" r:id="rId5"/>
    <p:sldLayoutId id="2147483790" r:id="rId6"/>
    <p:sldLayoutId id="2147483789" r:id="rId7"/>
    <p:sldLayoutId id="2147483714" r:id="rId8"/>
    <p:sldLayoutId id="2147483780" r:id="rId9"/>
    <p:sldLayoutId id="2147483773" r:id="rId10"/>
    <p:sldLayoutId id="2147483800" r:id="rId11"/>
    <p:sldLayoutId id="2147483688" r:id="rId12"/>
    <p:sldLayoutId id="2147483826" r:id="rId13"/>
    <p:sldLayoutId id="2147483801" r:id="rId14"/>
    <p:sldLayoutId id="2147483802" r:id="rId15"/>
    <p:sldLayoutId id="2147483803" r:id="rId16"/>
    <p:sldLayoutId id="2147483843" r:id="rId17"/>
    <p:sldLayoutId id="2147483844" r:id="rId18"/>
    <p:sldLayoutId id="2147483767" r:id="rId19"/>
    <p:sldLayoutId id="2147483771" r:id="rId20"/>
    <p:sldLayoutId id="2147483772" r:id="rId21"/>
    <p:sldLayoutId id="2147483820" r:id="rId22"/>
    <p:sldLayoutId id="2147483769" r:id="rId23"/>
    <p:sldLayoutId id="2147483770" r:id="rId24"/>
    <p:sldLayoutId id="2147483829" r:id="rId25"/>
    <p:sldLayoutId id="2147483732" r:id="rId26"/>
    <p:sldLayoutId id="2147483794" r:id="rId27"/>
    <p:sldLayoutId id="2147483733" r:id="rId28"/>
    <p:sldLayoutId id="2147483821" r:id="rId29"/>
    <p:sldLayoutId id="2147483805" r:id="rId30"/>
    <p:sldLayoutId id="2147483806" r:id="rId31"/>
    <p:sldLayoutId id="2147483822" r:id="rId32"/>
    <p:sldLayoutId id="2147483750" r:id="rId33"/>
    <p:sldLayoutId id="2147483765" r:id="rId34"/>
    <p:sldLayoutId id="2147483823" r:id="rId35"/>
    <p:sldLayoutId id="2147483809" r:id="rId36"/>
    <p:sldLayoutId id="2147483808" r:id="rId37"/>
    <p:sldLayoutId id="2147483824" r:id="rId38"/>
    <p:sldLayoutId id="2147483781" r:id="rId39"/>
    <p:sldLayoutId id="2147483825" r:id="rId40"/>
    <p:sldLayoutId id="2147483807" r:id="rId41"/>
    <p:sldLayoutId id="2147483838" r:id="rId42"/>
    <p:sldLayoutId id="2147483832" r:id="rId43"/>
    <p:sldLayoutId id="2147483830" r:id="rId44"/>
    <p:sldLayoutId id="2147483837" r:id="rId45"/>
    <p:sldLayoutId id="2147483831" r:id="rId46"/>
    <p:sldLayoutId id="2147483836" r:id="rId47"/>
    <p:sldLayoutId id="2147483833" r:id="rId48"/>
    <p:sldLayoutId id="2147483842" r:id="rId49"/>
    <p:sldLayoutId id="2147483841" r:id="rId50"/>
    <p:sldLayoutId id="2147483738" r:id="rId51"/>
    <p:sldLayoutId id="2147483739" r:id="rId52"/>
    <p:sldLayoutId id="2147483754" r:id="rId53"/>
    <p:sldLayoutId id="2147483755" r:id="rId54"/>
    <p:sldLayoutId id="2147483759" r:id="rId55"/>
    <p:sldLayoutId id="2147483753" r:id="rId56"/>
    <p:sldLayoutId id="2147483763" r:id="rId57"/>
    <p:sldLayoutId id="2147483762" r:id="rId58"/>
    <p:sldLayoutId id="2147483797" r:id="rId59"/>
    <p:sldLayoutId id="2147483827" r:id="rId6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5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1000"/>
        </a:spcAft>
        <a:buClr>
          <a:schemeClr val="accent1"/>
        </a:buClr>
        <a:buFont typeface="Arial" panose="020B0604020202020204" pitchFamily="34" charset="0"/>
        <a:buChar char="•"/>
        <a:defRPr sz="17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3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
<Relationships xmlns="http://schemas.openxmlformats.org/package/2006/relationships"><Relationship Id="rId2" Type="http://schemas.openxmlformats.org/officeDocument/2006/relationships/hyperlink" Target="https://mnit-dot-a11y.github.io/code-review-checklist/" TargetMode="External"/><Relationship Id="rId1" Type="http://schemas.openxmlformats.org/officeDocument/2006/relationships/slideLayout" Target="../slideLayouts/slideLayout5.xml"/></Relationships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1" descr="Minnesota I T Services logo">
            <a:extLst>
              <a:ext uri="{FF2B5EF4-FFF2-40B4-BE49-F238E27FC236}">
                <a16:creationId xmlns:a16="http://schemas.microsoft.com/office/drawing/2014/main" id="{ADEAA8F8-1032-49B1-9210-908FD7F03B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6788" y="1718920"/>
            <a:ext cx="5678424" cy="855328"/>
          </a:xfrm>
          <a:prstGeom prst="rect">
            <a:avLst/>
          </a:prstGeom>
        </p:spPr>
      </p:pic>
      <p:sp>
        <p:nvSpPr>
          <p:cNvPr id="2" name="Title 2">
            <a:extLst>
              <a:ext uri="{FF2B5EF4-FFF2-40B4-BE49-F238E27FC236}">
                <a16:creationId xmlns:a16="http://schemas.microsoft.com/office/drawing/2014/main" id="{EE3C9A24-AE6D-49AF-AAC9-44025F87AB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Accessibility in Code Review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3C785FE-DB04-4270-906F-A9C6311445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/>
              <a:t>Douglas Rubio – Accessibility Coach</a:t>
            </a:r>
            <a:br>
              <a:rPr lang="en-US"/>
            </a:br>
            <a:r>
              <a:rPr lang="en-US"/>
              <a:t>Kim Lanahan-Lahti – MNIT DOT Digital Accessibility Coordinator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3008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D587DC8-887D-4D2C-97A9-E37B9CD5F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211D839-8A60-4987-9F9F-8D28CC5C0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3600" b="1"/>
              <a:t>Accessibility in Code Review</a:t>
            </a:r>
          </a:p>
          <a:p>
            <a:r>
              <a:rPr lang="en-US" sz="3600"/>
              <a:t> Why accessibility in code review matters</a:t>
            </a:r>
          </a:p>
          <a:p>
            <a:r>
              <a:rPr lang="en-US" sz="3600"/>
              <a:t> Core checks: structure and forms</a:t>
            </a:r>
          </a:p>
          <a:p>
            <a:r>
              <a:rPr lang="en-US" sz="3600"/>
              <a:t> Core checks: keyboard, focus, and ARIA</a:t>
            </a:r>
          </a:p>
          <a:p>
            <a:r>
              <a:rPr lang="en-US" sz="3600"/>
              <a:t> Testing interactive elements in PR review</a:t>
            </a:r>
          </a:p>
          <a:p>
            <a:r>
              <a:rPr lang="en-US" sz="3600"/>
              <a:t> Common accessibility issues found in PRs</a:t>
            </a:r>
          </a:p>
          <a:p>
            <a:r>
              <a:rPr lang="en-US" sz="3600"/>
              <a:t> Example fixes reviewers should look for</a:t>
            </a:r>
          </a:p>
          <a:p>
            <a:r>
              <a:rPr lang="en-US" sz="3600"/>
              <a:t> Reviewing custom components</a:t>
            </a:r>
          </a:p>
          <a:p>
            <a:pPr marL="0" indent="0">
              <a:buNone/>
              <a:tabLst>
                <a:tab pos="2852738" algn="l"/>
              </a:tabLst>
            </a:pPr>
            <a:endParaRPr lang="en-US" sz="360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D11908-7802-4804-AF30-66F9FAD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044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87B20-702B-4862-F49C-4DE7270DF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7E4008A-8CA3-03C4-CF67-A4B5BC7D7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Supports Several WCAG Criteria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F06E54E-8195-19ED-D73D-93225793D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365760" tIns="365760" rIns="365760" bIns="365760" anchor="ctr">
            <a:normAutofit lnSpcReduction="10000"/>
          </a:bodyPr>
          <a:lstStyle/>
          <a:p>
            <a:pPr lvl="1"/>
            <a:r>
              <a:rPr lang="en-US" sz="2400" b="1"/>
              <a:t>Info and Relationships (1.3.1):</a:t>
            </a:r>
            <a:r>
              <a:rPr lang="en-US" sz="2400"/>
              <a:t> Semantic structure that assistive tech can interpret correctly.</a:t>
            </a:r>
          </a:p>
          <a:p>
            <a:pPr lvl="1"/>
            <a:r>
              <a:rPr lang="en-US" sz="2400" b="1"/>
              <a:t>Keyboard &amp; Focus (2.1.1, 2.1.2, 2.4.3, 2.4.7):</a:t>
            </a:r>
            <a:r>
              <a:rPr lang="en-US" sz="2400"/>
              <a:t> Every element operable, with visible, predictable focus.</a:t>
            </a:r>
          </a:p>
          <a:p>
            <a:pPr lvl="1"/>
            <a:r>
              <a:rPr lang="en-US" sz="2400" b="1"/>
              <a:t>Contrast (1.4.1, 1.4.3, 1.4.11):</a:t>
            </a:r>
            <a:r>
              <a:rPr lang="en-US" sz="2400"/>
              <a:t> Text, UI, and color-only indicators all meet WCAG minimums.</a:t>
            </a:r>
          </a:p>
          <a:p>
            <a:pPr lvl="1"/>
            <a:r>
              <a:rPr lang="en-US" sz="2400" b="1"/>
              <a:t>Name, Role, Value (4.1.2):</a:t>
            </a:r>
            <a:r>
              <a:rPr lang="en-US" sz="2400"/>
              <a:t> Components expose accurate information to assistive technology.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1C41B-103C-9606-2CA8-0A7AE75F0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5081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Why Accessibility in Code Review Matters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What Review Ensures</a:t>
            </a:r>
          </a:p>
          <a:p>
            <a:pPr lvl="1"/>
            <a:r>
              <a:rPr lang="en-US" sz="2400"/>
              <a:t>Users can understand content structure, navigate with a keyboard, and interact with components</a:t>
            </a:r>
          </a:p>
          <a:p>
            <a:pPr lvl="1"/>
            <a:r>
              <a:rPr lang="en-US" sz="2400"/>
              <a:t>Users can complete forms, receive clear feedback, and use assistive technologies effectively</a:t>
            </a:r>
          </a:p>
          <a:p>
            <a:pPr lvl="1"/>
            <a:r>
              <a:rPr lang="en-US" sz="2400"/>
              <a:t>Code review is one of the earliest points where accessibility issues can be caught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Core Checks: Structure and Forms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Semantic Structure</a:t>
            </a:r>
          </a:p>
          <a:p>
            <a:pPr lvl="1"/>
            <a:r>
              <a:rPr lang="en-US" sz="2400"/>
              <a:t>Headings must follow a logical order, and landmarks must be used correctly</a:t>
            </a:r>
          </a:p>
          <a:p>
            <a:pPr lvl="1"/>
            <a:r>
              <a:rPr lang="en-US" sz="2400"/>
              <a:t>Content must not rely on &lt;div&gt; elements alone</a:t>
            </a:r>
          </a:p>
          <a:p>
            <a:pPr marL="0" indent="0">
              <a:buNone/>
            </a:pPr>
            <a:r>
              <a:rPr lang="en-US" sz="2800" b="1"/>
              <a:t>Forms and Labels</a:t>
            </a:r>
          </a:p>
          <a:p>
            <a:pPr lvl="1"/>
            <a:r>
              <a:rPr lang="en-US" sz="2400"/>
              <a:t>Every input needs a visible, programmatically associated label</a:t>
            </a:r>
          </a:p>
          <a:p>
            <a:pPr lvl="1"/>
            <a:r>
              <a:rPr lang="en-US" sz="2400"/>
              <a:t>Error messages must be tied to inputs; required fields can't rely on color alone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Core Checks: Keyboard, Focus, and ARIA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Keyboard Operability &amp; Focus</a:t>
            </a:r>
          </a:p>
          <a:p>
            <a:pPr lvl="1"/>
            <a:r>
              <a:rPr lang="en-US" sz="2400"/>
              <a:t>Tab, Shift+Tab, Enter, Space, arrow keys, and Escape must all work as expected</a:t>
            </a:r>
          </a:p>
          <a:p>
            <a:pPr lvl="1"/>
            <a:r>
              <a:rPr lang="en-US" sz="2400"/>
              <a:t>Focus must always be visible, high-contrast, and move in a predictable order</a:t>
            </a:r>
          </a:p>
          <a:p>
            <a:pPr marL="0" indent="0">
              <a:buNone/>
            </a:pPr>
            <a:r>
              <a:rPr lang="en-US" sz="2800" b="1"/>
              <a:t>ARIA Usage</a:t>
            </a:r>
          </a:p>
          <a:p>
            <a:pPr lvl="1"/>
            <a:r>
              <a:rPr lang="en-US" sz="2400"/>
              <a:t>Correct: states like aria-expanded, relationships like aria-describedby, roles added only when necessary</a:t>
            </a:r>
          </a:p>
          <a:p>
            <a:pPr lvl="1"/>
            <a:r>
              <a:rPr lang="en-US" sz="2400"/>
              <a:t>Incorrect: redundant roles, ARIA on native elements, or fake controls with no keyboard support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Testing Interactive Elements in PR Review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What to Verify</a:t>
            </a:r>
          </a:p>
          <a:p>
            <a:pPr lvl="1"/>
            <a:r>
              <a:rPr lang="en-US" sz="2400"/>
              <a:t>Buttons and links: Tab to the element, press Enter or Space, confirm the action works</a:t>
            </a:r>
          </a:p>
          <a:p>
            <a:pPr lvl="1"/>
            <a:r>
              <a:rPr lang="en-US" sz="2400"/>
              <a:t>Form fields: Tab in, enter text, use arrow keys and Space, confirm errors appear correctly</a:t>
            </a:r>
          </a:p>
          <a:p>
            <a:pPr lvl="1"/>
            <a:r>
              <a:rPr lang="en-US" sz="2400"/>
              <a:t>Dropdowns and modals: keyboard open, close, and navigate, with correct focus management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Common Accessibility Issues Found in PRs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What Reviewers Catch</a:t>
            </a:r>
          </a:p>
          <a:p>
            <a:pPr lvl="1"/>
            <a:r>
              <a:rPr lang="en-US" sz="2400"/>
              <a:t>Missing labels, incorrect ARIA, and keyboard traps</a:t>
            </a:r>
          </a:p>
          <a:p>
            <a:pPr lvl="1"/>
            <a:r>
              <a:rPr lang="en-US" sz="2400"/>
              <a:t>Invisible focus indicators and low-contrast text or UI</a:t>
            </a:r>
          </a:p>
          <a:p>
            <a:pPr lvl="1"/>
            <a:r>
              <a:rPr lang="en-US" sz="2400"/>
              <a:t>Modals without focus management and custom controls without keyboard support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Example Fixes Reviewers Should Look For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Labels, Errors, and Focus</a:t>
            </a:r>
          </a:p>
          <a:p>
            <a:pPr lvl="1"/>
            <a:r>
              <a:rPr lang="en-US" sz="2400"/>
              <a:t>A &lt;label for&gt; tied to its &lt;input&gt; by id — not a placeholder standing in for a label</a:t>
            </a:r>
          </a:p>
          <a:p>
            <a:pPr lvl="1"/>
            <a:r>
              <a:rPr lang="en-US" sz="2400"/>
              <a:t>An error message linked with aria-describedby and role="alert"</a:t>
            </a:r>
          </a:p>
          <a:p>
            <a:pPr lvl="1"/>
            <a:r>
              <a:rPr lang="en-US" sz="2400"/>
              <a:t>A modal that moves focus to its first focusable element when it opens</a:t>
            </a:r>
          </a:p>
          <a:p>
            <a:pPr marL="0" indent="0">
              <a:buNone/>
            </a:pPr>
            <a:r>
              <a:rPr lang="en-US" sz="2800" b="1"/>
              <a:t>Skip Links</a:t>
            </a:r>
          </a:p>
          <a:p>
            <a:pPr lvl="1"/>
            <a:r>
              <a:rPr lang="en-US" sz="2400"/>
              <a:t>A skip link should appear when focused, move focus to the correct section, and sit at the top of the page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371DF-1915-1CA8-B246-BB3C9618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577164E-BFD6-3CEE-9F1C-4C5232F4AD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"/>
            <a:ext cx="10515600" cy="1216025"/>
          </a:xfrm>
        </p:spPr>
        <p:txBody>
          <a:bodyPr anchor="ctr">
            <a:normAutofit/>
          </a:bodyPr>
          <a:lstStyle/>
          <a:p>
            <a:r>
              <a:rPr lang="en-US"/>
              <a:t>Reviewing Custom Components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071514E3-A2B9-D253-ECFC-00B2A77B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D3E4A6DC-E630-41FA-AD2B-912F8F82B1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2ABB63-6DA7-D790-7B4C-2102F4B75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E5A44-9332-3001-3447-05CA636859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b="1"/>
              <a:t>They Don't Inherit Native Behavior</a:t>
            </a:r>
          </a:p>
          <a:p>
            <a:pPr lvl="1"/>
            <a:r>
              <a:rPr lang="en-US" sz="2400"/>
              <a:t>Custom dropdowns, sliders, tabs, accordions, carousels, and tooltips all need extra scrutiny</a:t>
            </a:r>
          </a:p>
          <a:p>
            <a:pPr lvl="1"/>
            <a:r>
              <a:rPr lang="en-US" sz="2400"/>
              <a:t>Verify keyboard access, ARIA roles and states, and focus behavior</a:t>
            </a:r>
          </a:p>
          <a:p>
            <a:pPr lvl="1"/>
            <a:r>
              <a:rPr lang="en-US" sz="2400"/>
              <a:t>Verify Escape closes the component and arrow keys behave correctly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39548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Recap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Accessibility in Code Review, Review</a:t>
            </a:r>
          </a:p>
          <a:p>
            <a:r>
              <a:rPr lang="en-US" sz="3200"/>
              <a:t>Code review is one of the earliest, cheapest points to catch accessibility issues</a:t>
            </a:r>
          </a:p>
          <a:p>
            <a:r>
              <a:rPr lang="en-US" sz="3200"/>
              <a:t>Check structure, forms, keyboard operability, focus, ARIA, and contrast every time</a:t>
            </a:r>
          </a:p>
          <a:p>
            <a:r>
              <a:rPr lang="en-US" sz="3200"/>
              <a:t>Test interactive elements the same way a keyboard-only user would</a:t>
            </a:r>
          </a:p>
          <a:p>
            <a:r>
              <a:rPr lang="en-US" sz="3200"/>
              <a:t>Custom components need extra scrutiny since they don't inherit native behavior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C7F83-333C-A5B7-7842-57E8A50F6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A32B08D-9CAF-17BA-3E05-422EDA582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Key Takeaways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22CB82C-BA65-6DE9-5C07-0A94F065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49AADE0A-F667-7B81-B672-F3FF141FBE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11D02-2E41-7D69-927A-1EB3951FB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13104-B6BB-58BC-8422-2D147D6D6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/>
              <a:t>Accessibility in Code Review</a:t>
            </a:r>
          </a:p>
          <a:p>
            <a:r>
              <a:rPr lang="en-US" sz="3200"/>
              <a:t>Reviewers who know what to look for prevent issues before they reach QA</a:t>
            </a:r>
          </a:p>
          <a:p>
            <a:r>
              <a:rPr lang="en-US" sz="3200"/>
              <a:t>A short set of consistent checks catches most common accessibility defects</a:t>
            </a:r>
          </a:p>
          <a:p>
            <a:r>
              <a:rPr lang="en-US" sz="3200"/>
              <a:t>Skip links, modal focus management, and label association are the fixes reviewers ask for most</a:t>
            </a:r>
          </a:p>
          <a:p>
            <a:r>
              <a:rPr lang="en-US" sz="3200"/>
              <a:t>Up next: Accessible Component Patterns</a:t>
            </a:r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55176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04D311-6B9A-EA6B-0CFE-4BF40F222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08C0D27-1231-7F92-770F-CB21D333A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574"/>
            <a:ext cx="10515600" cy="767450"/>
          </a:xfrm>
        </p:spPr>
        <p:txBody>
          <a:bodyPr anchor="ctr">
            <a:normAutofit/>
          </a:bodyPr>
          <a:lstStyle/>
          <a:p>
            <a:r>
              <a:rPr lang="en-US"/>
              <a:t>Resources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FD80072-390D-EF3E-C8D1-683F268BD5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35859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911EC614-383C-463E-976A-1EA140CFFE37}" type="datetime1">
              <a:rPr lang="en-US" smtClean="0"/>
              <a:pPr>
                <a:spcAft>
                  <a:spcPts val="600"/>
                </a:spcAft>
              </a:pPr>
              <a:t>6/8/2026</a:t>
            </a:fld>
            <a:endParaRPr lang="en-US"/>
          </a:p>
        </p:txBody>
      </p:sp>
      <p:sp>
        <p:nvSpPr>
          <p:cNvPr id="16" name="Footer Placeholder 4">
            <a:extLst>
              <a:ext uri="{FF2B5EF4-FFF2-40B4-BE49-F238E27FC236}">
                <a16:creationId xmlns:a16="http://schemas.microsoft.com/office/drawing/2014/main" id="{665633C2-04AE-6A7D-85C2-9B790629C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177" y="6356349"/>
            <a:ext cx="5587647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Information Technology for Minnesota Government </a:t>
            </a:r>
            <a:r>
              <a:rPr lang="en-US">
                <a:solidFill>
                  <a:schemeClr val="accent1"/>
                </a:solidFill>
              </a:rPr>
              <a:t>|</a:t>
            </a:r>
            <a:r>
              <a:rPr lang="en-US"/>
              <a:t> mn.gov/</a:t>
            </a:r>
            <a:r>
              <a:rPr lang="en-US" err="1"/>
              <a:t>mnit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E778-BEE8-27A7-7767-EEBC6D9FC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91132" y="6356350"/>
            <a:ext cx="1462668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8F63A3B-78C7-47BE-AE5E-E10140E0464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937C3-80C9-E977-1E15-E12C32EB5D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35502"/>
            <a:ext cx="10515600" cy="4641461"/>
          </a:xfrm>
        </p:spPr>
        <p:txBody>
          <a:bodyPr>
            <a:normAutofit/>
          </a:bodyPr>
          <a:lstStyle/>
          <a:p>
            <a:r>
              <a:rPr lang="en-US" sz="3200"/>
              <a:t>Where to Learn More</a:t>
            </a:r>
          </a:p>
          <a:p>
            <a:pPr lvl="1"/>
            <a:r>
              <a:rPr lang="en-US" sz="2800">
                <a:hlinkClick r:id="rId2"/>
              </a:rPr>
              <a:t>https://mnit-dot-a11y.github.io/code-review-checklist/</a:t>
            </a:r>
            <a:endParaRPr lang="en-US" sz="28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6592"/>
      </p:ext>
    </p:extLst>
  </p:cSld>
  <p:clrMapOvr>
    <a:masterClrMapping/>
  </p:clrMapOvr>
</p:sld>
</file>

<file path=ppt/theme/theme1.xml><?xml version="1.0" encoding="utf-8"?>
<a:theme xmlns:a="http://schemas.openxmlformats.org/drawingml/2006/main" name="Minnesota">
  <a:themeElements>
    <a:clrScheme name="Minnesota Brand Colors">
      <a:dk1>
        <a:srgbClr val="003865"/>
      </a:dk1>
      <a:lt1>
        <a:srgbClr val="FFFFFF"/>
      </a:lt1>
      <a:dk2>
        <a:srgbClr val="000000"/>
      </a:dk2>
      <a:lt2>
        <a:srgbClr val="DDDDDA"/>
      </a:lt2>
      <a:accent1>
        <a:srgbClr val="003865"/>
      </a:accent1>
      <a:accent2>
        <a:srgbClr val="78BE21"/>
      </a:accent2>
      <a:accent3>
        <a:srgbClr val="008EAA"/>
      </a:accent3>
      <a:accent4>
        <a:srgbClr val="8D3F2B"/>
      </a:accent4>
      <a:accent5>
        <a:srgbClr val="0D5257"/>
      </a:accent5>
      <a:accent6>
        <a:srgbClr val="5D295F"/>
      </a:accent6>
      <a:hlink>
        <a:srgbClr val="0563C1"/>
      </a:hlink>
      <a:folHlink>
        <a:srgbClr val="5D295F"/>
      </a:folHlink>
    </a:clrScheme>
    <a:fontScheme name="MN Secondary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D29FCFA4-AD2F-43E8-95E9-6B9A81EBE502}" vid="{8FF4B20B-A2F5-4E92-BBB8-2B321C3FEF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2ecc3e2-6b55-4c59-ba20-ba5de02411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77D0FE8ECF35549AC05294E9FA0BD60" ma:contentTypeVersion="13" ma:contentTypeDescription="Create a new document." ma:contentTypeScope="" ma:versionID="f2bbce1739c96a66c44d50663f2109f9">
  <xsd:schema xmlns:xsd="http://www.w3.org/2001/XMLSchema" xmlns:xs="http://www.w3.org/2001/XMLSchema" xmlns:p="http://schemas.microsoft.com/office/2006/metadata/properties" xmlns:ns2="e2ecc3e2-6b55-4c59-ba20-ba5de02411cb" xmlns:ns3="adba5687-a223-49a5-b797-7c10d853fa72" targetNamespace="http://schemas.microsoft.com/office/2006/metadata/properties" ma:root="true" ma:fieldsID="3e7fc12fa000abe2bb64cb76b5e460c4" ns2:_="" ns3:_="">
    <xsd:import namespace="e2ecc3e2-6b55-4c59-ba20-ba5de02411cb"/>
    <xsd:import namespace="adba5687-a223-49a5-b797-7c10d853fa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ecc3e2-6b55-4c59-ba20-ba5de02411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19cb8a3-2c43-49ff-bdd4-56a41dc47ca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a5687-a223-49a5-b797-7c10d853fa72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7F4349A-22F7-4A2D-8CA5-43DDCD67959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78B604-9059-4F1C-B8E2-C96A71A964D2}">
  <ds:schemaRefs>
    <ds:schemaRef ds:uri="http://schemas.microsoft.com/office/2006/metadata/properties"/>
    <ds:schemaRef ds:uri="http://purl.org/dc/terms/"/>
    <ds:schemaRef ds:uri="e2ecc3e2-6b55-4c59-ba20-ba5de02411cb"/>
    <ds:schemaRef ds:uri="adba5687-a223-49a5-b797-7c10d853fa72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5EB04F9-F8B2-433E-AC8B-276F4D427599}">
  <ds:schemaRefs>
    <ds:schemaRef ds:uri="adba5687-a223-49a5-b797-7c10d853fa72"/>
    <ds:schemaRef ds:uri="e2ecc3e2-6b55-4c59-ba20-ba5de02411c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eb14b046-24c4-4519-8f26-b89c2159828c}" enabled="0" method="" siteId="{eb14b046-24c4-4519-8f26-b89c2159828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MNIT PowerPoint Template</Template>
  <TotalTime>131</TotalTime>
  <Words>1823</Words>
  <Application>Microsoft Office PowerPoint</Application>
  <PresentationFormat>Widescreen</PresentationFormat>
  <Paragraphs>175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Minnesota</vt:lpstr>
      <vt:lpstr>Zoom and Magnification Testing</vt:lpstr>
      <vt:lpstr>Agenda</vt:lpstr>
      <vt:lpstr>WCAG 1.4.4 (Resize Text)</vt:lpstr>
      <vt:lpstr>WCAG 1.4.10 (Reflow) </vt:lpstr>
      <vt:lpstr>Magnification </vt:lpstr>
      <vt:lpstr>Magnification </vt:lpstr>
      <vt:lpstr>Font Clarity</vt:lpstr>
      <vt:lpstr>Sticky Headers and Lost Screen Real Estate</vt:lpstr>
      <vt:lpstr>Hover Only Interactions Are Problematic</vt:lpstr>
      <vt:lpstr>Browser Zoom</vt:lpstr>
      <vt:lpstr>ArcGIS – How This Plays Out </vt:lpstr>
      <vt:lpstr>ArcGIS - Implications for design and configuration </vt:lpstr>
      <vt:lpstr>ArcGIS - Implications for Testing and Exceptions </vt:lpstr>
      <vt:lpstr>ArcGIS - Best Practices for Resize Test and Reflow</vt:lpstr>
      <vt:lpstr>Power BI - How This Plays Out</vt:lpstr>
      <vt:lpstr>Power BI – Implications for design and configuration </vt:lpstr>
      <vt:lpstr>Power BI – Implications for Testing and Exceptions</vt:lpstr>
      <vt:lpstr>Power BI - Best Practices for Resize Test and Reflow</vt:lpstr>
      <vt:lpstr>Magnifiers vs Browser Zoom</vt:lpstr>
      <vt:lpstr>Recap</vt:lpstr>
      <vt:lpstr>Recap</vt:lpstr>
      <vt:lpstr>Resources</vt:lpstr>
    </vt:vector>
  </TitlesOfParts>
  <Company>State of MN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Lanahan-Lahti, Kim (MNIT)</dc:creator>
  <cp:keywords/>
  <dc:description/>
  <cp:lastModifiedBy>Rubio, Douglas (MNIT)</cp:lastModifiedBy>
  <cp:revision>2</cp:revision>
  <cp:lastPrinted>2017-03-14T16:27:36Z</cp:lastPrinted>
  <dcterms:created xsi:type="dcterms:W3CDTF">2025-11-18T16:37:10Z</dcterms:created>
  <dcterms:modified xsi:type="dcterms:W3CDTF">2026-06-08T19:04:05Z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 version">
    <vt:lpwstr>2.01</vt:lpwstr>
  </property>
  <property fmtid="{D5CDD505-2E9C-101B-9397-08002B2CF9AE}" pid="3" name="ContentTypeId">
    <vt:lpwstr>0x010100577D0FE8ECF35549AC05294E9FA0BD60</vt:lpwstr>
  </property>
  <property fmtid="{D5CDD505-2E9C-101B-9397-08002B2CF9AE}" pid="4" name="MediaServiceImageTags">
    <vt:lpwstr/>
  </property>
</Properties>
</file>