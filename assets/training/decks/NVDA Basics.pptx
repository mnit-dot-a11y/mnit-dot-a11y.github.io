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screen-readers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NVDA Basics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NVDA Basics</a:t>
            </a:r>
          </a:p>
          <a:p>
            <a:r>
              <a:rPr lang="en-US" sz="3600"/>
              <a:t> What NVDA does</a:t>
            </a:r>
          </a:p>
          <a:p>
            <a:r>
              <a:rPr lang="en-US" sz="3600"/>
              <a:t> Launching NVDA and essential commands</a:t>
            </a:r>
          </a:p>
          <a:p>
            <a:r>
              <a:rPr lang="en-US" sz="3600"/>
              <a:t> Testing headings and landmarks</a:t>
            </a:r>
          </a:p>
          <a:p>
            <a:r>
              <a:rPr lang="en-US" sz="3600"/>
              <a:t> Testing links, buttons, and forms</a:t>
            </a:r>
          </a:p>
          <a:p>
            <a:r>
              <a:rPr lang="en-US" sz="3600"/>
              <a:t> Testing error messages and dynamic content</a:t>
            </a:r>
          </a:p>
          <a:p>
            <a:r>
              <a:rPr lang="en-US" sz="3600"/>
              <a:t> Common NVDA testing issues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Essential NVDA Commands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Tab / Shift+Tab:</a:t>
            </a:r>
            <a:r>
              <a:rPr lang="en-US" sz="2400"/>
              <a:t> Move forward and backward through interactive elements.</a:t>
            </a:r>
          </a:p>
          <a:p>
            <a:pPr lvl="1"/>
            <a:r>
              <a:rPr lang="en-US" sz="2400" b="1"/>
              <a:t>H and D:</a:t>
            </a:r>
            <a:r>
              <a:rPr lang="en-US" sz="2400"/>
              <a:t> Jump through headings and landmarks.</a:t>
            </a:r>
          </a:p>
          <a:p>
            <a:pPr lvl="1"/>
            <a:r>
              <a:rPr lang="en-US" sz="2400" b="1"/>
              <a:t>Insert+F7:</a:t>
            </a:r>
            <a:r>
              <a:rPr lang="en-US" sz="2400"/>
              <a:t> Open the element list.</a:t>
            </a:r>
          </a:p>
          <a:p>
            <a:pPr lvl="1"/>
            <a:r>
              <a:rPr lang="en-US" sz="2400" b="1"/>
              <a:t>Insert+F1:</a:t>
            </a:r>
            <a:r>
              <a:rPr lang="en-US" sz="2400"/>
              <a:t> Show information about the current element.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What NVDA Does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Reveals How Assistive Tech Sees Your App</a:t>
            </a:r>
          </a:p>
          <a:p>
            <a:pPr lvl="1"/>
            <a:r>
              <a:rPr lang="en-US" sz="2400"/>
              <a:t>Reads content aloud and announces structure, roles, labels, and relationships</a:t>
            </a:r>
          </a:p>
          <a:p>
            <a:pPr lvl="1"/>
            <a:r>
              <a:rPr lang="en-US" sz="2400"/>
              <a:t>Reveals whether your application is built with proper semantics and predictable interactive elements</a:t>
            </a:r>
          </a:p>
          <a:p>
            <a:pPr lvl="1"/>
            <a:r>
              <a:rPr lang="en-US" sz="2400"/>
              <a:t>Exposes issues that aren't visible: missing labels, incorrect roles, broken focus order, and inaccessible error messages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Launching NVDA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Listen for These Details</a:t>
            </a:r>
          </a:p>
          <a:p>
            <a:pPr lvl="1"/>
            <a:r>
              <a:rPr lang="en-US" sz="2400"/>
              <a:t>The current focus and the role of the element</a:t>
            </a:r>
          </a:p>
          <a:p>
            <a:pPr lvl="1"/>
            <a:r>
              <a:rPr lang="en-US" sz="2400"/>
              <a:t>The accessible name, the state or value, and the position in a set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Headings and Landmarks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Headings</a:t>
            </a:r>
          </a:p>
          <a:p>
            <a:pPr lvl="1"/>
            <a:r>
              <a:rPr lang="en-US" sz="2400"/>
              <a:t>Press H to jump through headings — check for correct levels, logical hierarchy, and missing headings</a:t>
            </a:r>
          </a:p>
          <a:p>
            <a:pPr lvl="1"/>
            <a:r>
              <a:rPr lang="en-US" sz="2400"/>
              <a:t>Watch for styled text pretending to be a heading, or unexpected heading jumps</a:t>
            </a:r>
          </a:p>
          <a:p>
            <a:pPr marL="0" indent="0">
              <a:buNone/>
            </a:pPr>
            <a:r>
              <a:rPr lang="en-US" sz="2800" b="1"/>
              <a:t>Landmarks</a:t>
            </a:r>
          </a:p>
          <a:p>
            <a:pPr lvl="1"/>
            <a:r>
              <a:rPr lang="en-US" sz="2400"/>
              <a:t>Press D to cycle through landmarks — check for header, nav, main, and footer</a:t>
            </a:r>
          </a:p>
          <a:p>
            <a:pPr lvl="1"/>
            <a:r>
              <a:rPr lang="en-US" sz="2400"/>
              <a:t>Watch for a missing or duplicated main region, or landmarks that don't match the visual layout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Links, Buttons, and Forms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Links and Buttons</a:t>
            </a:r>
          </a:p>
          <a:p>
            <a:pPr lvl="1"/>
            <a:r>
              <a:rPr lang="en-US" sz="2400"/>
              <a:t>Real buttons instead of divs, and real links instead of styled spans</a:t>
            </a:r>
          </a:p>
          <a:p>
            <a:pPr lvl="1"/>
            <a:r>
              <a:rPr lang="en-US" sz="2400"/>
              <a:t>Correct accessible names, predictable keyboard behavior, and correct announcement of state</a:t>
            </a:r>
          </a:p>
          <a:p>
            <a:pPr marL="0" indent="0">
              <a:buNone/>
            </a:pPr>
            <a:r>
              <a:rPr lang="en-US" sz="2800" b="1"/>
              <a:t>Forms</a:t>
            </a:r>
          </a:p>
          <a:p>
            <a:pPr lvl="1"/>
            <a:r>
              <a:rPr lang="en-US" sz="2400"/>
              <a:t>Programmatically associated labels, and inputs that announce correctly</a:t>
            </a:r>
          </a:p>
          <a:p>
            <a:pPr lvl="1"/>
            <a:r>
              <a:rPr lang="en-US" sz="2400"/>
              <a:t>Placeholders that don't replace labels, and required fields that announce as required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Error Messages and Dynamic Content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Error Messages</a:t>
            </a:r>
          </a:p>
          <a:p>
            <a:pPr lvl="1"/>
            <a:r>
              <a:rPr lang="en-US" sz="2400"/>
              <a:t>Errors near the field, connected with aria-describedby, in clear and specific language</a:t>
            </a:r>
          </a:p>
          <a:p>
            <a:pPr lvl="1"/>
            <a:r>
              <a:rPr lang="en-US" sz="2400"/>
              <a:t>Announced correctly when triggered, and visible and readable</a:t>
            </a:r>
          </a:p>
          <a:p>
            <a:pPr marL="0" indent="0">
              <a:buNone/>
            </a:pPr>
            <a:r>
              <a:rPr lang="en-US" sz="2800" b="1"/>
              <a:t>Dynamic Content</a:t>
            </a:r>
          </a:p>
          <a:p>
            <a:pPr lvl="1"/>
            <a:r>
              <a:rPr lang="en-US" sz="2400"/>
              <a:t>Correct use of aria-live, and polite versus assertive updates</a:t>
            </a:r>
          </a:p>
          <a:p>
            <a:pPr lvl="1"/>
            <a:r>
              <a:rPr lang="en-US" sz="2400"/>
              <a:t>Announcements that trigger automatically, without interrupting the user's flow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NVDA Testing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Issues NVDA Exposes Quickly</a:t>
            </a:r>
          </a:p>
          <a:p>
            <a:pPr lvl="1"/>
            <a:r>
              <a:rPr lang="en-US" sz="2400"/>
              <a:t>Missing labels, incorrect roles, and improvised buttons</a:t>
            </a:r>
          </a:p>
          <a:p>
            <a:pPr lvl="1"/>
            <a:r>
              <a:rPr lang="en-US" sz="2400"/>
              <a:t>Broken focus order and unannounced error messages</a:t>
            </a:r>
          </a:p>
          <a:p>
            <a:pPr lvl="1"/>
            <a:r>
              <a:rPr lang="en-US" sz="2400"/>
              <a:t>Dynamic content that doesn't announce, and headings or landmarks that are missing or out of order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NVDA Basics Review</a:t>
            </a:r>
          </a:p>
          <a:p>
            <a:r>
              <a:rPr lang="en-US" sz="3200"/>
              <a:t>NVDA announces structure, roles, labels, and relationships as it reads your app aloud</a:t>
            </a:r>
          </a:p>
          <a:p>
            <a:r>
              <a:rPr lang="en-US" sz="3200"/>
              <a:t>H jumps through headings; D cycles through landmarks</a:t>
            </a:r>
          </a:p>
          <a:p>
            <a:r>
              <a:rPr lang="en-US" sz="3200"/>
              <a:t>Links, buttons, and forms all need correct semantics to announce properly</a:t>
            </a:r>
          </a:p>
          <a:p>
            <a:r>
              <a:rPr lang="en-US" sz="3200"/>
              <a:t>Error messages and dynamic content must be connected and announced automatically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NVDA Basics</a:t>
            </a:r>
          </a:p>
          <a:p>
            <a:r>
              <a:rPr lang="en-US" sz="3200"/>
              <a:t>NVDA reveals issues that aren't visible on screen — semantics, focus order, and announcements</a:t>
            </a:r>
          </a:p>
          <a:p>
            <a:r>
              <a:rPr lang="en-US" sz="3200"/>
              <a:t>Testing with a real screen reader is what automated scans like Axe can't fully replace</a:t>
            </a:r>
          </a:p>
          <a:p>
            <a:r>
              <a:rPr lang="en-US" sz="3200"/>
              <a:t>Semantic HTML and correct ARIA are what make NVDA testing pass</a:t>
            </a:r>
          </a:p>
          <a:p>
            <a:r>
              <a:rPr lang="en-US" sz="3200"/>
              <a:t>This wraps our core testing skills training series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https://mnit-dot-a11y.github.io/how-to-test/screen-readers/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